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05cdc1a1cbe47a7" /><Relationship Type="http://schemas.openxmlformats.org/officeDocument/2006/relationships/extended-properties" Target="/docProps/app.xml" Id="Rcafba97d3a6e46ba" /><Relationship Type="http://schemas.openxmlformats.org/officeDocument/2006/relationships/officeDocument" Target="/ppt/presentation.xml" Id="R3f6a974e6c114e48" /></Relationships>
</file>

<file path=ppt/presentation.xml><?xml version="1.0" encoding="utf-8"?>
<p:presentation xmlns:p="http://schemas.openxmlformats.org/presentationml/2006/main">
  <p:sldMasterIdLst>
    <p:sldMasterId xmlns:r="http://schemas.openxmlformats.org/officeDocument/2006/relationships" id="2147483648" r:id="Reca4649877ab45d1"/>
  </p:sldMasterIdLst>
  <p:notesMasterIdLst>
    <p:notesMasterId xmlns:r="http://schemas.openxmlformats.org/officeDocument/2006/relationships" r:id="R6e8af971344344f8"/>
  </p:notesMasterIdLst>
  <p:sldIdLst>
    <p:sldId xmlns:r="http://schemas.openxmlformats.org/officeDocument/2006/relationships" id="256" r:id="Re48604d0ba2a45d3"/>
    <p:sldId xmlns:r="http://schemas.openxmlformats.org/officeDocument/2006/relationships" id="257" r:id="R419bf3ed6a0b445b"/>
    <p:sldId xmlns:r="http://schemas.openxmlformats.org/officeDocument/2006/relationships" id="258" r:id="R022e8a3d8b5b426f"/>
    <p:sldId xmlns:r="http://schemas.openxmlformats.org/officeDocument/2006/relationships" id="259" r:id="R95be7f53d9be4bc3"/>
    <p:sldId xmlns:r="http://schemas.openxmlformats.org/officeDocument/2006/relationships" id="260" r:id="R68a23a60ab4e4251"/>
    <p:sldId xmlns:r="http://schemas.openxmlformats.org/officeDocument/2006/relationships" id="261" r:id="R994acacbf3494f8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985f9da37bb4f2e" /><Relationship Type="http://schemas.openxmlformats.org/officeDocument/2006/relationships/slideMaster" Target="/ppt/slideMasters/slideMaster1.xml" Id="Reca4649877ab45d1" /><Relationship Type="http://schemas.openxmlformats.org/officeDocument/2006/relationships/notesMaster" Target="/ppt/notesMasters/notesMaster1.xml" Id="R6e8af971344344f8" /><Relationship Type="http://schemas.openxmlformats.org/officeDocument/2006/relationships/presProps" Target="/ppt/presProps.xml" Id="R08c5daea1ba34800" /><Relationship Type="http://schemas.openxmlformats.org/officeDocument/2006/relationships/tableStyles" Target="/ppt/tableStyles.xml" Id="R20adc0498f0344fa" /><Relationship Type="http://schemas.openxmlformats.org/officeDocument/2006/relationships/slide" Target="/ppt/slides/slide1.xml" Id="Re48604d0ba2a45d3" /><Relationship Type="http://schemas.openxmlformats.org/officeDocument/2006/relationships/slide" Target="/ppt/slides/slide2.xml" Id="R419bf3ed6a0b445b" /><Relationship Type="http://schemas.openxmlformats.org/officeDocument/2006/relationships/slide" Target="/ppt/slides/slide3.xml" Id="R022e8a3d8b5b426f" /><Relationship Type="http://schemas.openxmlformats.org/officeDocument/2006/relationships/slide" Target="/ppt/slides/slide4.xml" Id="R95be7f53d9be4bc3" /><Relationship Type="http://schemas.openxmlformats.org/officeDocument/2006/relationships/slide" Target="/ppt/slides/slide5.xml" Id="R68a23a60ab4e4251" /><Relationship Type="http://schemas.openxmlformats.org/officeDocument/2006/relationships/slide" Target="/ppt/slides/slide6.xml" Id="R994acacbf3494f8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25861f88c624cc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f0486e00a1849f3" /><Relationship Type="http://schemas.openxmlformats.org/officeDocument/2006/relationships/notesMaster" Target="/ppt/notesMasters/notesMaster1.xml" Id="Rd9d4b11c78b24fad" /></Relationships>
</file>

<file path=ppt/notesSlides/_rels/notesSlide2.xml.rels>&#65279;<?xml version="1.0" encoding="utf-8"?><Relationships xmlns="http://schemas.openxmlformats.org/package/2006/relationships"><Relationship Type="http://schemas.openxmlformats.org/officeDocument/2006/relationships/slide" Target="/ppt/slides/slide2.xml" Id="Rd83cfee08a034bf9" /><Relationship Type="http://schemas.openxmlformats.org/officeDocument/2006/relationships/notesMaster" Target="/ppt/notesMasters/notesMaster1.xml" Id="Rd7973ff8cd3347a7" /></Relationships>
</file>

<file path=ppt/notesSlides/_rels/notesSlide3.xml.rels>&#65279;<?xml version="1.0" encoding="utf-8"?><Relationships xmlns="http://schemas.openxmlformats.org/package/2006/relationships"><Relationship Type="http://schemas.openxmlformats.org/officeDocument/2006/relationships/slide" Target="/ppt/slides/slide3.xml" Id="Rda7a14f679cb4ad5" /><Relationship Type="http://schemas.openxmlformats.org/officeDocument/2006/relationships/notesMaster" Target="/ppt/notesMasters/notesMaster1.xml" Id="Rf1d124120d884192" /></Relationships>
</file>

<file path=ppt/notesSlides/_rels/notesSlide4.xml.rels>&#65279;<?xml version="1.0" encoding="utf-8"?><Relationships xmlns="http://schemas.openxmlformats.org/package/2006/relationships"><Relationship Type="http://schemas.openxmlformats.org/officeDocument/2006/relationships/slide" Target="/ppt/slides/slide4.xml" Id="R3c840e79e1664800" /><Relationship Type="http://schemas.openxmlformats.org/officeDocument/2006/relationships/notesMaster" Target="/ppt/notesMasters/notesMaster1.xml" Id="R12db7b62fd39483e" /></Relationships>
</file>

<file path=ppt/notesSlides/_rels/notesSlide5.xml.rels>&#65279;<?xml version="1.0" encoding="utf-8"?><Relationships xmlns="http://schemas.openxmlformats.org/package/2006/relationships"><Relationship Type="http://schemas.openxmlformats.org/officeDocument/2006/relationships/slide" Target="/ppt/slides/slide5.xml" Id="Rd6e6fa7f76574022" /><Relationship Type="http://schemas.openxmlformats.org/officeDocument/2006/relationships/notesMaster" Target="/ppt/notesMasters/notesMaster1.xml" Id="R6cd5920cd9de4ea4" /></Relationships>
</file>

<file path=ppt/notesSlides/_rels/notesSlide6.xml.rels>&#65279;<?xml version="1.0" encoding="utf-8"?><Relationships xmlns="http://schemas.openxmlformats.org/package/2006/relationships"><Relationship Type="http://schemas.openxmlformats.org/officeDocument/2006/relationships/slide" Target="/ppt/slides/slide6.xml" Id="Rac8080bbc0aa44b5" /><Relationship Type="http://schemas.openxmlformats.org/officeDocument/2006/relationships/notesMaster" Target="/ppt/notesMasters/notesMaster1.xml" Id="R4ac461ffe0464a7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Horizon brings lesson material and learner-owned study state into one workspace. Release status is intentionally evidence-led: the local build and provider checks pass, while live sign-up and the remote Whisper round trip remain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intended learner path described by the application and architecture documents. The production landing page and sign-up page were reachable during review; the signed-in flow still needs a separate acceptance account.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As-built architecture, based on docs/ARCHITECTURE.md and docs/API.md. The local worker code and local inference have been verified. The new remote queue migration has not yet been applied, and production currently returns 404 for the Whisper endpoints.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results are taken from the 1 Nov 2026 verification. The 112/119 test figure includes the enabled real provider smoke suite. Seven live workflow tests remain gated on a separate test account. The retrieval and worker user outcomes remain goals,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Remote SQL verification after cleanup confirmed the operator account and two unclassified accounts remain. The two synthetic demo courses and the unrelated Ellipse lesson remain. All 13 public tables have row-level security enabled, and the migration history remains at 10 applied migrations. The backup directory is ignored by Git and contains private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remaining evidence gates. No target is presented as achieved until it is verified. The account cleanup and local technical verification are complete; production signup, remote transcription, the final push/deployment, the recorded demo and a legal sample-course export remain open.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14dbad517db472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b2304c4557f437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97028e6924242b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4fc988e546846f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6f6a604279c48f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cbc8be11a1e410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2DE59FE-1EB7-4F17-8815-2969364A2C5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02556F5-03EE-484B-BF7B-BCAB986A9F1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55951A0-DB98-4602-8036-096C7139C8E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2744E65-B61C-4A7F-86A6-5A2385A551E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A6FF682-597E-430D-B157-C25EFB7C3E0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6C8FF5E-C149-4B18-9C5A-73EF224780F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6C968E6-29DF-4906-BB4E-452388E1D21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67BAC3E-3784-46C7-B159-CB21BBB70DC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4C195DC-58A5-490B-B14C-B0FC01AF6C0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D8CD6CA-26E3-4627-A479-8DC7D6A4B35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888819f951d4214" /><Relationship Type="http://schemas.openxmlformats.org/officeDocument/2006/relationships/slideLayout" Target="/ppt/slideLayouts/slideLayout1.xml" Id="R685e222fa9a24204" /><Relationship Type="http://schemas.openxmlformats.org/officeDocument/2006/relationships/slideLayout" Target="/ppt/slideLayouts/slideLayout2.xml" Id="R0ab126c9942a4fe4" /><Relationship Type="http://schemas.openxmlformats.org/officeDocument/2006/relationships/slideLayout" Target="/ppt/slideLayouts/slideLayout3.xml" Id="R1a3980eaa0144253" /><Relationship Type="http://schemas.openxmlformats.org/officeDocument/2006/relationships/slideLayout" Target="/ppt/slideLayouts/slideLayout4.xml" Id="R64648ee28a84446f" /><Relationship Type="http://schemas.openxmlformats.org/officeDocument/2006/relationships/slideLayout" Target="/ppt/slideLayouts/slideLayout5.xml" Id="R3e4d372e40fe4478" /><Relationship Type="http://schemas.openxmlformats.org/officeDocument/2006/relationships/slideLayout" Target="/ppt/slideLayouts/slideLayout6.xml" Id="Rbb6ac942d2f7470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85e222fa9a24204"/>
    <p:sldLayoutId xmlns:r="http://schemas.openxmlformats.org/officeDocument/2006/relationships" id="2147483650" r:id="R0ab126c9942a4fe4"/>
    <p:sldLayoutId xmlns:r="http://schemas.openxmlformats.org/officeDocument/2006/relationships" id="2147483651" r:id="R1a3980eaa0144253"/>
    <p:sldLayoutId xmlns:r="http://schemas.openxmlformats.org/officeDocument/2006/relationships" id="2147483652" r:id="R64648ee28a84446f"/>
    <p:sldLayoutId xmlns:r="http://schemas.openxmlformats.org/officeDocument/2006/relationships" id="2147483653" r:id="R3e4d372e40fe4478"/>
    <p:sldLayoutId xmlns:r="http://schemas.openxmlformats.org/officeDocument/2006/relationships" id="2147483654" r:id="Rbb6ac942d2f7470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036118854d3425a" /><Relationship Type="http://schemas.openxmlformats.org/officeDocument/2006/relationships/hyperlink" Target="https://horizonreboot.vercel.app" TargetMode="External" Id="R33f23a58d0264b25" /><Relationship Type="http://schemas.openxmlformats.org/officeDocument/2006/relationships/hyperlink" Target="https://github.com/rudr-automates/Horizon-2.0" TargetMode="External" Id="R12bd9dae6a2545b5" /><Relationship Type="http://schemas.openxmlformats.org/officeDocument/2006/relationships/notesSlide" Target="/ppt/notesSlides/notesSlide1.xml" Id="R1cb6618d9b1649a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cf7eefa363544b8" /><Relationship Type="http://schemas.openxmlformats.org/officeDocument/2006/relationships/notesSlide" Target="/ppt/notesSlides/notesSlide2.xml" Id="Ra9ad613880ac4b3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fb1aba864ed4d66" /><Relationship Type="http://schemas.openxmlformats.org/officeDocument/2006/relationships/notesSlide" Target="/ppt/notesSlides/notesSlide3.xml" Id="R45a7f322f43b495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6791043b5d642fd" /><Relationship Type="http://schemas.openxmlformats.org/officeDocument/2006/relationships/notesSlide" Target="/ppt/notesSlides/notesSlide4.xml" Id="Rde87f2a247134d4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7855598a47f448d" /><Relationship Type="http://schemas.openxmlformats.org/officeDocument/2006/relationships/notesSlide" Target="/ppt/notesSlides/notesSlide5.xml" Id="R30cf766a2721488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49197e9b3c04419" /><Relationship Type="http://schemas.openxmlformats.org/officeDocument/2006/relationships/hyperlink" Target="https://horizonreboot.vercel.app" TargetMode="External" Id="R0a65f2b20d164feb" /><Relationship Type="http://schemas.openxmlformats.org/officeDocument/2006/relationships/hyperlink" Target="https://github.com/rudr-automates/Horizon-2.0" TargetMode="External" Id="R1351543d330b41a7" /><Relationship Type="http://schemas.openxmlformats.org/officeDocument/2006/relationships/notesSlide" Target="/ppt/notesSlides/notesSlide6.xml" Id="R86f9c10785064a6a" /></Relationships>
</file>

<file path=ppt/slides/slide1.xml><?xml version="1.0" encoding="utf-8"?>
<p:sld xmlns:p="http://schemas.openxmlformats.org/presentationml/2006/main">
  <p:cSld>
    <p:bg>
      <p:bgPr>
        <a:solidFill xmlns:a="http://schemas.openxmlformats.org/drawingml/2006/main">
          <a:srgbClr val="253B30"/>
        </a:solidFill>
      </p:bgPr>
    </p:bg>
    <p:spTree>
      <p:nvGrpSpPr>
        <p:cNvPr id="1" name=""/>
        <p:cNvGrpSpPr/>
        <p:nvPr/>
      </p:nvGrpSpPr>
      <p:grpSpPr>
        <a:xfrm xmlns:a="http://schemas.openxmlformats.org/drawingml/2006/main"/>
      </p:grpSpPr>
      <p:sp>
        <p:nvSpPr>
          <p:cNvPr id="9" name="cover-accent">
            <a:extLst xmlns:a="http://schemas.openxmlformats.org/drawingml/2006/main">
              <a:ext uri="{FF2B5EF4-FFF2-40B4-BE49-F238E27FC236}">
                <a16:creationId xmlns:a16="http://schemas.microsoft.com/office/drawing/2014/main" id="{09725910-2B98-4249-82FD-A30DF0BB07F0}"/>
              </a:ext>
            </a:extLst>
          </p:cNvPr>
          <p:cNvSpPr>
            <a:spLocks xmlns:a="http://schemas.openxmlformats.org/drawingml/2006/main" noGrp="1"/>
          </p:cNvSpPr>
          <p:nvPr/>
        </p:nvSpPr>
        <p:spPr>
          <a:xfrm xmlns:a="http://schemas.openxmlformats.org/drawingml/2006/main">
            <a:off x="609600" y="781050"/>
            <a:ext cx="76200" cy="4857750"/>
          </a:xfrm>
          <a:prstGeom xmlns:a="http://schemas.openxmlformats.org/drawingml/2006/main" prst="rect">
            <a:avLst/>
          </a:prstGeom>
          <a:solidFill xmlns:a="http://schemas.openxmlformats.org/drawingml/2006/main">
            <a:srgbClr val="A45232"/>
          </a:solidFill>
          <a:ln xmlns:a="http://schemas.openxmlformats.org/drawingml/2006/main" w="0">
            <a:noFill/>
            <a:prstDash val="solid"/>
          </a:ln>
        </p:spPr>
      </p:sp>
      <p:sp>
        <p:nvSpPr>
          <p:cNvPr id="2" name="cover-kicker">
            <a:extLst xmlns:a="http://schemas.openxmlformats.org/drawingml/2006/main">
              <a:ext uri="{FF2B5EF4-FFF2-40B4-BE49-F238E27FC236}">
                <a16:creationId xmlns:a16="http://schemas.microsoft.com/office/drawing/2014/main" id="{E09926A8-41B9-433B-9F69-E23D366EFFDC}"/>
              </a:ext>
            </a:extLst>
          </p:cNvPr>
          <p:cNvSpPr>
            <a:spLocks xmlns:a="http://schemas.openxmlformats.org/drawingml/2006/main" noGrp="1"/>
          </p:cNvSpPr>
          <p:nvPr/>
        </p:nvSpPr>
        <p:spPr>
          <a:xfrm xmlns:a="http://schemas.openxmlformats.org/drawingml/2006/main">
            <a:off x="990600" y="1009650"/>
            <a:ext cx="714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D9C3B5"/>
                </a:solidFill>
                <a:latin typeface="Arial"/>
                <a:ea typeface="Arial"/>
                <a:cs typeface="Arial"/>
              </a:defRPr>
            </a:defPPr>
            <a:lvl1pPr algn="l">
              <a:defRPr sz="1275" b="1">
                <a:solidFill>
                  <a:srgbClr val="D9C3B5"/>
                </a:solidFill>
                <a:latin typeface="Arial"/>
                <a:ea typeface="Arial"/>
                <a:cs typeface="Arial"/>
              </a:defRPr>
            </a:lvl1pPr>
            <a:lvl2pPr algn="l">
              <a:defRPr sz="1275" b="1">
                <a:solidFill>
                  <a:srgbClr val="D9C3B5"/>
                </a:solidFill>
                <a:latin typeface="Arial"/>
                <a:ea typeface="Arial"/>
                <a:cs typeface="Arial"/>
              </a:defRPr>
            </a:lvl2pPr>
            <a:lvl3pPr algn="l">
              <a:defRPr sz="1275" b="1">
                <a:solidFill>
                  <a:srgbClr val="D9C3B5"/>
                </a:solidFill>
                <a:latin typeface="Arial"/>
                <a:ea typeface="Arial"/>
                <a:cs typeface="Arial"/>
              </a:defRPr>
            </a:lvl3pPr>
            <a:lvl4pPr algn="l">
              <a:defRPr sz="1275" b="1">
                <a:solidFill>
                  <a:srgbClr val="D9C3B5"/>
                </a:solidFill>
                <a:latin typeface="Arial"/>
                <a:ea typeface="Arial"/>
                <a:cs typeface="Arial"/>
              </a:defRPr>
            </a:lvl4pPr>
            <a:lvl5pPr algn="l">
              <a:defRPr sz="1275" b="1">
                <a:solidFill>
                  <a:srgbClr val="D9C3B5"/>
                </a:solidFill>
                <a:latin typeface="Arial"/>
                <a:ea typeface="Arial"/>
                <a:cs typeface="Arial"/>
              </a:defRPr>
            </a:lvl5pPr>
            <a:lvl6pPr algn="l">
              <a:defRPr sz="1275" b="1">
                <a:solidFill>
                  <a:srgbClr val="D9C3B5"/>
                </a:solidFill>
                <a:latin typeface="Arial"/>
                <a:ea typeface="Arial"/>
                <a:cs typeface="Arial"/>
              </a:defRPr>
            </a:lvl6pPr>
            <a:lvl7pPr algn="l">
              <a:defRPr sz="1275" b="1">
                <a:solidFill>
                  <a:srgbClr val="D9C3B5"/>
                </a:solidFill>
                <a:latin typeface="Arial"/>
                <a:ea typeface="Arial"/>
                <a:cs typeface="Arial"/>
              </a:defRPr>
            </a:lvl7pPr>
            <a:lvl8pPr algn="l">
              <a:defRPr sz="1275" b="1">
                <a:solidFill>
                  <a:srgbClr val="D9C3B5"/>
                </a:solidFill>
                <a:latin typeface="Arial"/>
                <a:ea typeface="Arial"/>
                <a:cs typeface="Arial"/>
              </a:defRPr>
            </a:lvl8pPr>
            <a:lvl9pPr algn="l">
              <a:defRPr sz="1275" b="1">
                <a:solidFill>
                  <a:srgbClr val="D9C3B5"/>
                </a:solidFill>
                <a:latin typeface="Arial"/>
                <a:ea typeface="Arial"/>
                <a:cs typeface="Arial"/>
              </a:defRPr>
            </a:lvl9pPr>
          </a:lstStyle>
          <a:p xmlns:a="http://schemas.openxmlformats.org/drawingml/2006/main">
            <a:pPr algn="l">
              <a:lnSpc>
                <a:spcPct val="105000"/>
              </a:lnSpc>
              <a:buNone/>
              <a:defRPr sz="1275" b="1">
                <a:solidFill>
                  <a:srgbClr val="D9C3B5"/>
                </a:solidFill>
                <a:latin typeface="Arial"/>
                <a:ea typeface="Arial"/>
                <a:cs typeface="Arial"/>
              </a:defRPr>
            </a:pPr>
            <a:r>
              <a:rPr sz="1275" b="1">
                <a:solidFill>
                  <a:srgbClr val="D9C3B5"/>
                </a:solidFill>
                <a:latin typeface="Arial"/>
                <a:ea typeface="Arial"/>
                <a:cs typeface="Arial"/>
              </a:rPr>
              <a:t>HORIZON 2.0  /  COMPETITION BUILD</a:t>
            </a:r>
          </a:p>
        </p:txBody>
      </p:sp>
      <p:sp>
        <p:nvSpPr>
          <p:cNvPr id="3" name="cover-title">
            <a:extLst xmlns:a="http://schemas.openxmlformats.org/drawingml/2006/main">
              <a:ext uri="{FF2B5EF4-FFF2-40B4-BE49-F238E27FC236}">
                <a16:creationId xmlns:a16="http://schemas.microsoft.com/office/drawing/2014/main" id="{EF8BD330-33DF-4ED0-AE60-9871F459561D}"/>
              </a:ext>
            </a:extLst>
          </p:cNvPr>
          <p:cNvSpPr>
            <a:spLocks xmlns:a="http://schemas.openxmlformats.org/drawingml/2006/main" noGrp="1"/>
          </p:cNvSpPr>
          <p:nvPr/>
        </p:nvSpPr>
        <p:spPr>
          <a:xfrm xmlns:a="http://schemas.openxmlformats.org/drawingml/2006/main">
            <a:off x="990600" y="1847850"/>
            <a:ext cx="94297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500" b="1">
                <a:solidFill>
                  <a:srgbClr val="F6F4EA"/>
                </a:solidFill>
                <a:latin typeface="Arial"/>
                <a:ea typeface="Arial"/>
                <a:cs typeface="Arial"/>
              </a:defRPr>
            </a:defPPr>
            <a:lvl1pPr algn="l">
              <a:defRPr sz="4500" b="1">
                <a:solidFill>
                  <a:srgbClr val="F6F4EA"/>
                </a:solidFill>
                <a:latin typeface="Arial"/>
                <a:ea typeface="Arial"/>
                <a:cs typeface="Arial"/>
              </a:defRPr>
            </a:lvl1pPr>
            <a:lvl2pPr algn="l">
              <a:defRPr sz="4500" b="1">
                <a:solidFill>
                  <a:srgbClr val="F6F4EA"/>
                </a:solidFill>
                <a:latin typeface="Arial"/>
                <a:ea typeface="Arial"/>
                <a:cs typeface="Arial"/>
              </a:defRPr>
            </a:lvl2pPr>
            <a:lvl3pPr algn="l">
              <a:defRPr sz="4500" b="1">
                <a:solidFill>
                  <a:srgbClr val="F6F4EA"/>
                </a:solidFill>
                <a:latin typeface="Arial"/>
                <a:ea typeface="Arial"/>
                <a:cs typeface="Arial"/>
              </a:defRPr>
            </a:lvl3pPr>
            <a:lvl4pPr algn="l">
              <a:defRPr sz="4500" b="1">
                <a:solidFill>
                  <a:srgbClr val="F6F4EA"/>
                </a:solidFill>
                <a:latin typeface="Arial"/>
                <a:ea typeface="Arial"/>
                <a:cs typeface="Arial"/>
              </a:defRPr>
            </a:lvl4pPr>
            <a:lvl5pPr algn="l">
              <a:defRPr sz="4500" b="1">
                <a:solidFill>
                  <a:srgbClr val="F6F4EA"/>
                </a:solidFill>
                <a:latin typeface="Arial"/>
                <a:ea typeface="Arial"/>
                <a:cs typeface="Arial"/>
              </a:defRPr>
            </a:lvl5pPr>
            <a:lvl6pPr algn="l">
              <a:defRPr sz="4500" b="1">
                <a:solidFill>
                  <a:srgbClr val="F6F4EA"/>
                </a:solidFill>
                <a:latin typeface="Arial"/>
                <a:ea typeface="Arial"/>
                <a:cs typeface="Arial"/>
              </a:defRPr>
            </a:lvl6pPr>
            <a:lvl7pPr algn="l">
              <a:defRPr sz="4500" b="1">
                <a:solidFill>
                  <a:srgbClr val="F6F4EA"/>
                </a:solidFill>
                <a:latin typeface="Arial"/>
                <a:ea typeface="Arial"/>
                <a:cs typeface="Arial"/>
              </a:defRPr>
            </a:lvl7pPr>
            <a:lvl8pPr algn="l">
              <a:defRPr sz="4500" b="1">
                <a:solidFill>
                  <a:srgbClr val="F6F4EA"/>
                </a:solidFill>
                <a:latin typeface="Arial"/>
                <a:ea typeface="Arial"/>
                <a:cs typeface="Arial"/>
              </a:defRPr>
            </a:lvl8pPr>
            <a:lvl9pPr algn="l">
              <a:defRPr sz="4500" b="1">
                <a:solidFill>
                  <a:srgbClr val="F6F4EA"/>
                </a:solidFill>
                <a:latin typeface="Arial"/>
                <a:ea typeface="Arial"/>
                <a:cs typeface="Arial"/>
              </a:defRPr>
            </a:lvl9pPr>
          </a:lstStyle>
          <a:p xmlns:a="http://schemas.openxmlformats.org/drawingml/2006/main">
            <a:pPr algn="l">
              <a:lnSpc>
                <a:spcPct val="105000"/>
              </a:lnSpc>
              <a:buNone/>
              <a:defRPr sz="4500" b="1">
                <a:solidFill>
                  <a:srgbClr val="F6F4EA"/>
                </a:solidFill>
                <a:latin typeface="Arial"/>
                <a:ea typeface="Arial"/>
                <a:cs typeface="Arial"/>
              </a:defRPr>
            </a:pPr>
            <a:r>
              <a:rPr sz="4500" b="1">
                <a:solidFill>
                  <a:srgbClr val="F6F4EA"/>
                </a:solidFill>
                <a:latin typeface="Arial"/>
                <a:ea typeface="Arial"/>
                <a:cs typeface="Arial"/>
              </a:rPr>
              <a:t>Learning grounded</a:t>
            </a:r>
          </a:p>
          <a:p xmlns:a="http://schemas.openxmlformats.org/drawingml/2006/main">
            <a:pPr algn="l">
              <a:lnSpc>
                <a:spcPct val="105000"/>
              </a:lnSpc>
              <a:buNone/>
              <a:defRPr sz="4500" b="1">
                <a:solidFill>
                  <a:srgbClr val="F6F4EA"/>
                </a:solidFill>
                <a:latin typeface="Arial"/>
                <a:ea typeface="Arial"/>
                <a:cs typeface="Arial"/>
              </a:defRPr>
            </a:pPr>
            <a:r>
              <a:rPr sz="4500" b="1">
                <a:solidFill>
                  <a:srgbClr val="F6F4EA"/>
                </a:solidFill>
                <a:latin typeface="Arial"/>
                <a:ea typeface="Arial"/>
                <a:cs typeface="Arial"/>
              </a:rPr>
              <a:t>in your study context</a:t>
            </a:r>
          </a:p>
        </p:txBody>
      </p:sp>
      <p:sp>
        <p:nvSpPr>
          <p:cNvPr id="4" name="cover-subtitle">
            <a:extLst xmlns:a="http://schemas.openxmlformats.org/drawingml/2006/main">
              <a:ext uri="{FF2B5EF4-FFF2-40B4-BE49-F238E27FC236}">
                <a16:creationId xmlns:a16="http://schemas.microsoft.com/office/drawing/2014/main" id="{0127264A-DD76-48E7-AEE3-DF9F14081242}"/>
              </a:ext>
            </a:extLst>
          </p:cNvPr>
          <p:cNvSpPr>
            <a:spLocks xmlns:a="http://schemas.openxmlformats.org/drawingml/2006/main" noGrp="1"/>
          </p:cNvSpPr>
          <p:nvPr/>
        </p:nvSpPr>
        <p:spPr>
          <a:xfrm xmlns:a="http://schemas.openxmlformats.org/drawingml/2006/main">
            <a:off x="1028700" y="3952875"/>
            <a:ext cx="8572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0">
                <a:solidFill>
                  <a:srgbClr val="E1E3D8"/>
                </a:solidFill>
                <a:latin typeface="Arial"/>
                <a:ea typeface="Arial"/>
                <a:cs typeface="Arial"/>
              </a:defRPr>
            </a:defPPr>
            <a:lvl1pPr algn="l">
              <a:defRPr sz="2025" b="0">
                <a:solidFill>
                  <a:srgbClr val="E1E3D8"/>
                </a:solidFill>
                <a:latin typeface="Arial"/>
                <a:ea typeface="Arial"/>
                <a:cs typeface="Arial"/>
              </a:defRPr>
            </a:lvl1pPr>
            <a:lvl2pPr algn="l">
              <a:defRPr sz="2025" b="0">
                <a:solidFill>
                  <a:srgbClr val="E1E3D8"/>
                </a:solidFill>
                <a:latin typeface="Arial"/>
                <a:ea typeface="Arial"/>
                <a:cs typeface="Arial"/>
              </a:defRPr>
            </a:lvl2pPr>
            <a:lvl3pPr algn="l">
              <a:defRPr sz="2025" b="0">
                <a:solidFill>
                  <a:srgbClr val="E1E3D8"/>
                </a:solidFill>
                <a:latin typeface="Arial"/>
                <a:ea typeface="Arial"/>
                <a:cs typeface="Arial"/>
              </a:defRPr>
            </a:lvl3pPr>
            <a:lvl4pPr algn="l">
              <a:defRPr sz="2025" b="0">
                <a:solidFill>
                  <a:srgbClr val="E1E3D8"/>
                </a:solidFill>
                <a:latin typeface="Arial"/>
                <a:ea typeface="Arial"/>
                <a:cs typeface="Arial"/>
              </a:defRPr>
            </a:lvl4pPr>
            <a:lvl5pPr algn="l">
              <a:defRPr sz="2025" b="0">
                <a:solidFill>
                  <a:srgbClr val="E1E3D8"/>
                </a:solidFill>
                <a:latin typeface="Arial"/>
                <a:ea typeface="Arial"/>
                <a:cs typeface="Arial"/>
              </a:defRPr>
            </a:lvl5pPr>
            <a:lvl6pPr algn="l">
              <a:defRPr sz="2025" b="0">
                <a:solidFill>
                  <a:srgbClr val="E1E3D8"/>
                </a:solidFill>
                <a:latin typeface="Arial"/>
                <a:ea typeface="Arial"/>
                <a:cs typeface="Arial"/>
              </a:defRPr>
            </a:lvl6pPr>
            <a:lvl7pPr algn="l">
              <a:defRPr sz="2025" b="0">
                <a:solidFill>
                  <a:srgbClr val="E1E3D8"/>
                </a:solidFill>
                <a:latin typeface="Arial"/>
                <a:ea typeface="Arial"/>
                <a:cs typeface="Arial"/>
              </a:defRPr>
            </a:lvl7pPr>
            <a:lvl8pPr algn="l">
              <a:defRPr sz="2025" b="0">
                <a:solidFill>
                  <a:srgbClr val="E1E3D8"/>
                </a:solidFill>
                <a:latin typeface="Arial"/>
                <a:ea typeface="Arial"/>
                <a:cs typeface="Arial"/>
              </a:defRPr>
            </a:lvl8pPr>
            <a:lvl9pPr algn="l">
              <a:defRPr sz="2025" b="0">
                <a:solidFill>
                  <a:srgbClr val="E1E3D8"/>
                </a:solidFill>
                <a:latin typeface="Arial"/>
                <a:ea typeface="Arial"/>
                <a:cs typeface="Arial"/>
              </a:defRPr>
            </a:lvl9pPr>
          </a:lstStyle>
          <a:p xmlns:a="http://schemas.openxmlformats.org/drawingml/2006/main">
            <a:pPr algn="l">
              <a:lnSpc>
                <a:spcPct val="105000"/>
              </a:lnSpc>
              <a:buNone/>
              <a:defRPr sz="2025" b="0">
                <a:solidFill>
                  <a:srgbClr val="E1E3D8"/>
                </a:solidFill>
                <a:latin typeface="Arial"/>
                <a:ea typeface="Arial"/>
                <a:cs typeface="Arial"/>
              </a:defRPr>
            </a:pPr>
            <a:r>
              <a:rPr sz="2025" b="0">
                <a:solidFill>
                  <a:srgbClr val="E1E3D8"/>
                </a:solidFill>
                <a:latin typeface="Arial"/>
                <a:ea typeface="Arial"/>
                <a:cs typeface="Arial"/>
              </a:rPr>
              <a:t>Connect lessons, resources, evidence-based AI guidance and learner progress in one workspace.</a:t>
            </a:r>
          </a:p>
        </p:txBody>
      </p:sp>
      <p:sp>
        <p:nvSpPr>
          <p:cNvPr id="5" name="cover-link-rule">
            <a:extLst xmlns:a="http://schemas.openxmlformats.org/drawingml/2006/main">
              <a:ext uri="{FF2B5EF4-FFF2-40B4-BE49-F238E27FC236}">
                <a16:creationId xmlns:a16="http://schemas.microsoft.com/office/drawing/2014/main" id="{E130245A-EC42-4E3C-B271-6B1390A26D13}"/>
              </a:ext>
            </a:extLst>
          </p:cNvPr>
          <p:cNvSpPr>
            <a:spLocks xmlns:a="http://schemas.openxmlformats.org/drawingml/2006/main" noGrp="1"/>
          </p:cNvSpPr>
          <p:nvPr/>
        </p:nvSpPr>
        <p:spPr>
          <a:xfrm xmlns:a="http://schemas.openxmlformats.org/drawingml/2006/main">
            <a:off x="1028700" y="5238750"/>
            <a:ext cx="8286750" cy="0"/>
          </a:xfrm>
          <a:prstGeom xmlns:a="http://schemas.openxmlformats.org/drawingml/2006/main" prst="line">
            <a:avLst/>
          </a:prstGeom>
          <a:noFill xmlns:a="http://schemas.openxmlformats.org/drawingml/2006/main"/>
          <a:ln xmlns:a="http://schemas.openxmlformats.org/drawingml/2006/main" w="9525">
            <a:solidFill>
              <a:srgbClr val="718276"/>
            </a:solidFill>
            <a:prstDash val="solid"/>
          </a:ln>
        </p:spPr>
      </p:sp>
      <p:sp>
        <p:nvSpPr>
          <p:cNvPr id="6" name="cover-app-url">
            <a:extLst xmlns:a="http://schemas.openxmlformats.org/drawingml/2006/main">
              <a:ext uri="{FF2B5EF4-FFF2-40B4-BE49-F238E27FC236}">
                <a16:creationId xmlns:a16="http://schemas.microsoft.com/office/drawing/2014/main" id="{6E013E91-5293-4F1A-B38B-612EFF1CFCAB}"/>
              </a:ext>
            </a:extLst>
          </p:cNvPr>
          <p:cNvSpPr>
            <a:spLocks xmlns:a="http://schemas.openxmlformats.org/drawingml/2006/main" noGrp="1"/>
          </p:cNvSpPr>
          <p:nvPr/>
        </p:nvSpPr>
        <p:spPr>
          <a:xfrm xmlns:a="http://schemas.openxmlformats.org/drawingml/2006/main">
            <a:off x="1028700" y="5476875"/>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F6F4EA"/>
                </a:solidFill>
                <a:latin typeface="Arial"/>
                <a:ea typeface="Arial"/>
                <a:cs typeface="Arial"/>
              </a:defRPr>
            </a:defPPr>
            <a:lvl1pPr algn="l">
              <a:defRPr sz="1350" b="1">
                <a:solidFill>
                  <a:srgbClr val="F6F4EA"/>
                </a:solidFill>
                <a:latin typeface="Arial"/>
                <a:ea typeface="Arial"/>
                <a:cs typeface="Arial"/>
              </a:defRPr>
            </a:lvl1pPr>
            <a:lvl2pPr algn="l">
              <a:defRPr sz="1350" b="1">
                <a:solidFill>
                  <a:srgbClr val="F6F4EA"/>
                </a:solidFill>
                <a:latin typeface="Arial"/>
                <a:ea typeface="Arial"/>
                <a:cs typeface="Arial"/>
              </a:defRPr>
            </a:lvl2pPr>
            <a:lvl3pPr algn="l">
              <a:defRPr sz="1350" b="1">
                <a:solidFill>
                  <a:srgbClr val="F6F4EA"/>
                </a:solidFill>
                <a:latin typeface="Arial"/>
                <a:ea typeface="Arial"/>
                <a:cs typeface="Arial"/>
              </a:defRPr>
            </a:lvl3pPr>
            <a:lvl4pPr algn="l">
              <a:defRPr sz="1350" b="1">
                <a:solidFill>
                  <a:srgbClr val="F6F4EA"/>
                </a:solidFill>
                <a:latin typeface="Arial"/>
                <a:ea typeface="Arial"/>
                <a:cs typeface="Arial"/>
              </a:defRPr>
            </a:lvl4pPr>
            <a:lvl5pPr algn="l">
              <a:defRPr sz="1350" b="1">
                <a:solidFill>
                  <a:srgbClr val="F6F4EA"/>
                </a:solidFill>
                <a:latin typeface="Arial"/>
                <a:ea typeface="Arial"/>
                <a:cs typeface="Arial"/>
              </a:defRPr>
            </a:lvl5pPr>
            <a:lvl6pPr algn="l">
              <a:defRPr sz="1350" b="1">
                <a:solidFill>
                  <a:srgbClr val="F6F4EA"/>
                </a:solidFill>
                <a:latin typeface="Arial"/>
                <a:ea typeface="Arial"/>
                <a:cs typeface="Arial"/>
              </a:defRPr>
            </a:lvl6pPr>
            <a:lvl7pPr algn="l">
              <a:defRPr sz="1350" b="1">
                <a:solidFill>
                  <a:srgbClr val="F6F4EA"/>
                </a:solidFill>
                <a:latin typeface="Arial"/>
                <a:ea typeface="Arial"/>
                <a:cs typeface="Arial"/>
              </a:defRPr>
            </a:lvl7pPr>
            <a:lvl8pPr algn="l">
              <a:defRPr sz="1350" b="1">
                <a:solidFill>
                  <a:srgbClr val="F6F4EA"/>
                </a:solidFill>
                <a:latin typeface="Arial"/>
                <a:ea typeface="Arial"/>
                <a:cs typeface="Arial"/>
              </a:defRPr>
            </a:lvl8pPr>
            <a:lvl9pPr algn="l">
              <a:defRPr sz="1350" b="1">
                <a:solidFill>
                  <a:srgbClr val="F6F4EA"/>
                </a:solidFill>
                <a:latin typeface="Arial"/>
                <a:ea typeface="Arial"/>
                <a:cs typeface="Arial"/>
              </a:defRPr>
            </a:lvl9pPr>
          </a:lstStyle>
          <a:p xmlns:a="http://schemas.openxmlformats.org/drawingml/2006/main">
            <a:pPr algn="l">
              <a:lnSpc>
                <a:spcPct val="105000"/>
              </a:lnSpc>
              <a:buNone/>
              <a:defRPr sz="1350" b="1">
                <a:solidFill>
                  <a:srgbClr val="F6F4EA"/>
                </a:solidFill>
                <a:latin typeface="Arial"/>
                <a:ea typeface="Arial"/>
                <a:cs typeface="Arial"/>
              </a:defRPr>
            </a:pPr>
            <a:r>
              <a:rPr sz="1350" b="1">
                <a:solidFill>
                  <a:srgbClr val="F6F4EA"/>
                </a:solidFill>
                <a:latin typeface="Arial"/>
                <a:ea typeface="Arial"/>
                <a:cs typeface="Arial"/>
                <a:hlinkClick xmlns:r="http://schemas.openxmlformats.org/officeDocument/2006/relationships" r:id="R33f23a58d0264b25"/>
              </a:rPr>
              <a:t>horizonreboot.vercel.app</a:t>
            </a:r>
          </a:p>
        </p:txBody>
      </p:sp>
      <p:sp>
        <p:nvSpPr>
          <p:cNvPr id="7" name="cover-repo-url">
            <a:extLst xmlns:a="http://schemas.openxmlformats.org/drawingml/2006/main">
              <a:ext uri="{FF2B5EF4-FFF2-40B4-BE49-F238E27FC236}">
                <a16:creationId xmlns:a16="http://schemas.microsoft.com/office/drawing/2014/main" id="{DD1EFD04-D73B-44F1-88CD-DFB183F479A5}"/>
              </a:ext>
            </a:extLst>
          </p:cNvPr>
          <p:cNvSpPr>
            <a:spLocks xmlns:a="http://schemas.openxmlformats.org/drawingml/2006/main" noGrp="1"/>
          </p:cNvSpPr>
          <p:nvPr/>
        </p:nvSpPr>
        <p:spPr>
          <a:xfrm xmlns:a="http://schemas.openxmlformats.org/drawingml/2006/main">
            <a:off x="5334000" y="5476875"/>
            <a:ext cx="514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F6F4EA"/>
                </a:solidFill>
                <a:latin typeface="Arial"/>
                <a:ea typeface="Arial"/>
                <a:cs typeface="Arial"/>
              </a:defRPr>
            </a:defPPr>
            <a:lvl1pPr algn="l">
              <a:defRPr sz="1350" b="0">
                <a:solidFill>
                  <a:srgbClr val="F6F4EA"/>
                </a:solidFill>
                <a:latin typeface="Arial"/>
                <a:ea typeface="Arial"/>
                <a:cs typeface="Arial"/>
              </a:defRPr>
            </a:lvl1pPr>
            <a:lvl2pPr algn="l">
              <a:defRPr sz="1350" b="0">
                <a:solidFill>
                  <a:srgbClr val="F6F4EA"/>
                </a:solidFill>
                <a:latin typeface="Arial"/>
                <a:ea typeface="Arial"/>
                <a:cs typeface="Arial"/>
              </a:defRPr>
            </a:lvl2pPr>
            <a:lvl3pPr algn="l">
              <a:defRPr sz="1350" b="0">
                <a:solidFill>
                  <a:srgbClr val="F6F4EA"/>
                </a:solidFill>
                <a:latin typeface="Arial"/>
                <a:ea typeface="Arial"/>
                <a:cs typeface="Arial"/>
              </a:defRPr>
            </a:lvl3pPr>
            <a:lvl4pPr algn="l">
              <a:defRPr sz="1350" b="0">
                <a:solidFill>
                  <a:srgbClr val="F6F4EA"/>
                </a:solidFill>
                <a:latin typeface="Arial"/>
                <a:ea typeface="Arial"/>
                <a:cs typeface="Arial"/>
              </a:defRPr>
            </a:lvl4pPr>
            <a:lvl5pPr algn="l">
              <a:defRPr sz="1350" b="0">
                <a:solidFill>
                  <a:srgbClr val="F6F4EA"/>
                </a:solidFill>
                <a:latin typeface="Arial"/>
                <a:ea typeface="Arial"/>
                <a:cs typeface="Arial"/>
              </a:defRPr>
            </a:lvl5pPr>
            <a:lvl6pPr algn="l">
              <a:defRPr sz="1350" b="0">
                <a:solidFill>
                  <a:srgbClr val="F6F4EA"/>
                </a:solidFill>
                <a:latin typeface="Arial"/>
                <a:ea typeface="Arial"/>
                <a:cs typeface="Arial"/>
              </a:defRPr>
            </a:lvl6pPr>
            <a:lvl7pPr algn="l">
              <a:defRPr sz="1350" b="0">
                <a:solidFill>
                  <a:srgbClr val="F6F4EA"/>
                </a:solidFill>
                <a:latin typeface="Arial"/>
                <a:ea typeface="Arial"/>
                <a:cs typeface="Arial"/>
              </a:defRPr>
            </a:lvl7pPr>
            <a:lvl8pPr algn="l">
              <a:defRPr sz="1350" b="0">
                <a:solidFill>
                  <a:srgbClr val="F6F4EA"/>
                </a:solidFill>
                <a:latin typeface="Arial"/>
                <a:ea typeface="Arial"/>
                <a:cs typeface="Arial"/>
              </a:defRPr>
            </a:lvl8pPr>
            <a:lvl9pPr algn="l">
              <a:defRPr sz="1350" b="0">
                <a:solidFill>
                  <a:srgbClr val="F6F4EA"/>
                </a:solidFill>
                <a:latin typeface="Arial"/>
                <a:ea typeface="Arial"/>
                <a:cs typeface="Arial"/>
              </a:defRPr>
            </a:lvl9pPr>
          </a:lstStyle>
          <a:p xmlns:a="http://schemas.openxmlformats.org/drawingml/2006/main">
            <a:pPr algn="l">
              <a:lnSpc>
                <a:spcPct val="105000"/>
              </a:lnSpc>
              <a:buNone/>
              <a:defRPr sz="1350" b="0">
                <a:solidFill>
                  <a:srgbClr val="F6F4EA"/>
                </a:solidFill>
                <a:latin typeface="Arial"/>
                <a:ea typeface="Arial"/>
                <a:cs typeface="Arial"/>
              </a:defRPr>
            </a:pPr>
            <a:r>
              <a:rPr sz="1350" b="0">
                <a:solidFill>
                  <a:srgbClr val="F6F4EA"/>
                </a:solidFill>
                <a:latin typeface="Arial"/>
                <a:ea typeface="Arial"/>
                <a:cs typeface="Arial"/>
                <a:hlinkClick xmlns:r="http://schemas.openxmlformats.org/officeDocument/2006/relationships" r:id="R12bd9dae6a2545b5"/>
              </a:rPr>
              <a:t>github.com/rudr-automates/Horizon-2.0</a:t>
            </a:r>
          </a:p>
        </p:txBody>
      </p:sp>
      <p:sp>
        <p:nvSpPr>
          <p:cNvPr id="8" name="cover-date">
            <a:extLst xmlns:a="http://schemas.openxmlformats.org/drawingml/2006/main">
              <a:ext uri="{FF2B5EF4-FFF2-40B4-BE49-F238E27FC236}">
                <a16:creationId xmlns:a16="http://schemas.microsoft.com/office/drawing/2014/main" id="{6F50A31C-24EB-4F82-8B78-4A83490ADF42}"/>
              </a:ext>
            </a:extLst>
          </p:cNvPr>
          <p:cNvSpPr>
            <a:spLocks xmlns:a="http://schemas.openxmlformats.org/drawingml/2006/main" noGrp="1"/>
          </p:cNvSpPr>
          <p:nvPr/>
        </p:nvSpPr>
        <p:spPr>
          <a:xfrm xmlns:a="http://schemas.openxmlformats.org/drawingml/2006/main">
            <a:off x="1028700" y="5943600"/>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BFC8BC"/>
                </a:solidFill>
                <a:latin typeface="Arial"/>
                <a:ea typeface="Arial"/>
                <a:cs typeface="Arial"/>
              </a:defRPr>
            </a:defPPr>
            <a:lvl1pPr algn="l">
              <a:defRPr sz="1200" b="0">
                <a:solidFill>
                  <a:srgbClr val="BFC8BC"/>
                </a:solidFill>
                <a:latin typeface="Arial"/>
                <a:ea typeface="Arial"/>
                <a:cs typeface="Arial"/>
              </a:defRPr>
            </a:lvl1pPr>
            <a:lvl2pPr algn="l">
              <a:defRPr sz="1200" b="0">
                <a:solidFill>
                  <a:srgbClr val="BFC8BC"/>
                </a:solidFill>
                <a:latin typeface="Arial"/>
                <a:ea typeface="Arial"/>
                <a:cs typeface="Arial"/>
              </a:defRPr>
            </a:lvl2pPr>
            <a:lvl3pPr algn="l">
              <a:defRPr sz="1200" b="0">
                <a:solidFill>
                  <a:srgbClr val="BFC8BC"/>
                </a:solidFill>
                <a:latin typeface="Arial"/>
                <a:ea typeface="Arial"/>
                <a:cs typeface="Arial"/>
              </a:defRPr>
            </a:lvl3pPr>
            <a:lvl4pPr algn="l">
              <a:defRPr sz="1200" b="0">
                <a:solidFill>
                  <a:srgbClr val="BFC8BC"/>
                </a:solidFill>
                <a:latin typeface="Arial"/>
                <a:ea typeface="Arial"/>
                <a:cs typeface="Arial"/>
              </a:defRPr>
            </a:lvl4pPr>
            <a:lvl5pPr algn="l">
              <a:defRPr sz="1200" b="0">
                <a:solidFill>
                  <a:srgbClr val="BFC8BC"/>
                </a:solidFill>
                <a:latin typeface="Arial"/>
                <a:ea typeface="Arial"/>
                <a:cs typeface="Arial"/>
              </a:defRPr>
            </a:lvl5pPr>
            <a:lvl6pPr algn="l">
              <a:defRPr sz="1200" b="0">
                <a:solidFill>
                  <a:srgbClr val="BFC8BC"/>
                </a:solidFill>
                <a:latin typeface="Arial"/>
                <a:ea typeface="Arial"/>
                <a:cs typeface="Arial"/>
              </a:defRPr>
            </a:lvl6pPr>
            <a:lvl7pPr algn="l">
              <a:defRPr sz="1200" b="0">
                <a:solidFill>
                  <a:srgbClr val="BFC8BC"/>
                </a:solidFill>
                <a:latin typeface="Arial"/>
                <a:ea typeface="Arial"/>
                <a:cs typeface="Arial"/>
              </a:defRPr>
            </a:lvl7pPr>
            <a:lvl8pPr algn="l">
              <a:defRPr sz="1200" b="0">
                <a:solidFill>
                  <a:srgbClr val="BFC8BC"/>
                </a:solidFill>
                <a:latin typeface="Arial"/>
                <a:ea typeface="Arial"/>
                <a:cs typeface="Arial"/>
              </a:defRPr>
            </a:lvl8pPr>
            <a:lvl9pPr algn="l">
              <a:defRPr sz="1200" b="0">
                <a:solidFill>
                  <a:srgbClr val="BFC8BC"/>
                </a:solidFill>
                <a:latin typeface="Arial"/>
                <a:ea typeface="Arial"/>
                <a:cs typeface="Arial"/>
              </a:defRPr>
            </a:lvl9pPr>
          </a:lstStyle>
          <a:p xmlns:a="http://schemas.openxmlformats.org/drawingml/2006/main">
            <a:pPr algn="l">
              <a:lnSpc>
                <a:spcPct val="105000"/>
              </a:lnSpc>
              <a:buNone/>
              <a:defRPr sz="1200" b="0">
                <a:solidFill>
                  <a:srgbClr val="BFC8BC"/>
                </a:solidFill>
                <a:latin typeface="Arial"/>
                <a:ea typeface="Arial"/>
                <a:cs typeface="Arial"/>
              </a:defRPr>
            </a:pPr>
            <a:r>
              <a:rPr sz="1200" b="0">
                <a:solidFill>
                  <a:srgbClr val="BFC8BC"/>
                </a:solidFill>
                <a:latin typeface="Arial"/>
                <a:ea typeface="Arial"/>
                <a:cs typeface="Arial"/>
              </a:rPr>
              <a:t>Release evidence current to 1 November 2026</a:t>
            </a:r>
          </a:p>
        </p:txBody>
      </p:sp>
    </p:spTree>
    <p:extLst>
      <p:ext uri="{BB962C8B-B14F-4D97-AF65-F5344CB8AC3E}">
        <p14:creationId xmlns:p14="http://schemas.microsoft.com/office/powerpoint/2010/main" val="959014523"/>
      </p:ext>
    </p:extLst>
  </p:cSld>
</p:sld>
</file>

<file path=ppt/slides/slide2.xml><?xml version="1.0" encoding="utf-8"?>
<p:sld xmlns:p="http://schemas.openxmlformats.org/presentationml/2006/main">
  <p:cSld>
    <p:bg>
      <p:bgPr>
        <a:solidFill xmlns:a="http://schemas.openxmlformats.org/drawingml/2006/main">
          <a:srgbClr val="F6F4EA"/>
        </a:solidFill>
      </p:bgPr>
    </p:bg>
    <p:spTree>
      <p:nvGrpSpPr>
        <p:cNvPr id="1" name=""/>
        <p:cNvGrpSpPr/>
        <p:nvPr/>
      </p:nvGrpSpPr>
      <p:grpSpPr>
        <a:xfrm xmlns:a="http://schemas.openxmlformats.org/drawingml/2006/main"/>
      </p:grpSpPr>
      <p:sp>
        <p:nvSpPr>
          <p:cNvPr id="31" name="slide-2-title">
            <a:extLst xmlns:a="http://schemas.openxmlformats.org/drawingml/2006/main">
              <a:ext uri="{FF2B5EF4-FFF2-40B4-BE49-F238E27FC236}">
                <a16:creationId xmlns:a16="http://schemas.microsoft.com/office/drawing/2014/main" id="{A38ECECD-27C4-45BE-9274-B50F03ECB720}"/>
              </a:ext>
            </a:extLst>
          </p:cNvPr>
          <p:cNvSpPr>
            <a:spLocks xmlns:a="http://schemas.openxmlformats.org/drawingml/2006/main" noGrp="1"/>
          </p:cNvSpPr>
          <p:nvPr/>
        </p:nvSpPr>
        <p:spPr>
          <a:xfrm xmlns:a="http://schemas.openxmlformats.org/drawingml/2006/main">
            <a:off x="609600" y="400050"/>
            <a:ext cx="1066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253B30"/>
                </a:solidFill>
                <a:latin typeface="Arial"/>
                <a:ea typeface="Arial"/>
                <a:cs typeface="Arial"/>
              </a:defRPr>
            </a:defPPr>
            <a:lvl1pPr algn="l">
              <a:defRPr sz="3300" b="1">
                <a:solidFill>
                  <a:srgbClr val="253B30"/>
                </a:solidFill>
                <a:latin typeface="Arial"/>
                <a:ea typeface="Arial"/>
                <a:cs typeface="Arial"/>
              </a:defRPr>
            </a:lvl1pPr>
            <a:lvl2pPr algn="l">
              <a:defRPr sz="3300" b="1">
                <a:solidFill>
                  <a:srgbClr val="253B30"/>
                </a:solidFill>
                <a:latin typeface="Arial"/>
                <a:ea typeface="Arial"/>
                <a:cs typeface="Arial"/>
              </a:defRPr>
            </a:lvl2pPr>
            <a:lvl3pPr algn="l">
              <a:defRPr sz="3300" b="1">
                <a:solidFill>
                  <a:srgbClr val="253B30"/>
                </a:solidFill>
                <a:latin typeface="Arial"/>
                <a:ea typeface="Arial"/>
                <a:cs typeface="Arial"/>
              </a:defRPr>
            </a:lvl3pPr>
            <a:lvl4pPr algn="l">
              <a:defRPr sz="3300" b="1">
                <a:solidFill>
                  <a:srgbClr val="253B30"/>
                </a:solidFill>
                <a:latin typeface="Arial"/>
                <a:ea typeface="Arial"/>
                <a:cs typeface="Arial"/>
              </a:defRPr>
            </a:lvl4pPr>
            <a:lvl5pPr algn="l">
              <a:defRPr sz="3300" b="1">
                <a:solidFill>
                  <a:srgbClr val="253B30"/>
                </a:solidFill>
                <a:latin typeface="Arial"/>
                <a:ea typeface="Arial"/>
                <a:cs typeface="Arial"/>
              </a:defRPr>
            </a:lvl5pPr>
            <a:lvl6pPr algn="l">
              <a:defRPr sz="3300" b="1">
                <a:solidFill>
                  <a:srgbClr val="253B30"/>
                </a:solidFill>
                <a:latin typeface="Arial"/>
                <a:ea typeface="Arial"/>
                <a:cs typeface="Arial"/>
              </a:defRPr>
            </a:lvl6pPr>
            <a:lvl7pPr algn="l">
              <a:defRPr sz="3300" b="1">
                <a:solidFill>
                  <a:srgbClr val="253B30"/>
                </a:solidFill>
                <a:latin typeface="Arial"/>
                <a:ea typeface="Arial"/>
                <a:cs typeface="Arial"/>
              </a:defRPr>
            </a:lvl7pPr>
            <a:lvl8pPr algn="l">
              <a:defRPr sz="3300" b="1">
                <a:solidFill>
                  <a:srgbClr val="253B30"/>
                </a:solidFill>
                <a:latin typeface="Arial"/>
                <a:ea typeface="Arial"/>
                <a:cs typeface="Arial"/>
              </a:defRPr>
            </a:lvl8pPr>
            <a:lvl9pPr algn="l">
              <a:defRPr sz="3300" b="1">
                <a:solidFill>
                  <a:srgbClr val="253B30"/>
                </a:solidFill>
                <a:latin typeface="Arial"/>
                <a:ea typeface="Arial"/>
                <a:cs typeface="Arial"/>
              </a:defRPr>
            </a:lvl9pPr>
          </a:lstStyle>
          <a:p xmlns:a="http://schemas.openxmlformats.org/drawingml/2006/main">
            <a:pPr algn="l">
              <a:lnSpc>
                <a:spcPct val="105000"/>
              </a:lnSpc>
              <a:buNone/>
              <a:defRPr sz="3300" b="1">
                <a:solidFill>
                  <a:srgbClr val="253B30"/>
                </a:solidFill>
                <a:latin typeface="Arial"/>
                <a:ea typeface="Arial"/>
                <a:cs typeface="Arial"/>
              </a:defRPr>
            </a:pPr>
            <a:r>
              <a:rPr sz="3300" b="1">
                <a:solidFill>
                  <a:srgbClr val="253B30"/>
                </a:solidFill>
                <a:latin typeface="Arial"/>
                <a:ea typeface="Arial"/>
                <a:cs typeface="Arial"/>
              </a:rPr>
              <a:t>A learner’s study session</a:t>
            </a:r>
          </a:p>
        </p:txBody>
      </p:sp>
      <p:sp>
        <p:nvSpPr>
          <p:cNvPr id="2" name="slide-2-rule">
            <a:extLst xmlns:a="http://schemas.openxmlformats.org/drawingml/2006/main">
              <a:ext uri="{FF2B5EF4-FFF2-40B4-BE49-F238E27FC236}">
                <a16:creationId xmlns:a16="http://schemas.microsoft.com/office/drawing/2014/main" id="{8FFB89A0-700A-47DF-A8AE-5C7B3AB0ECC3}"/>
              </a:ext>
            </a:extLst>
          </p:cNvPr>
          <p:cNvSpPr>
            <a:spLocks xmlns:a="http://schemas.openxmlformats.org/drawingml/2006/main" noGrp="1"/>
          </p:cNvSpPr>
          <p:nvPr/>
        </p:nvSpPr>
        <p:spPr>
          <a:xfrm xmlns:a="http://schemas.openxmlformats.org/drawingml/2006/main">
            <a:off x="609600" y="1076325"/>
            <a:ext cx="10972800" cy="0"/>
          </a:xfrm>
          <a:prstGeom xmlns:a="http://schemas.openxmlformats.org/drawingml/2006/main" prst="line">
            <a:avLst/>
          </a:prstGeom>
          <a:noFill xmlns:a="http://schemas.openxmlformats.org/drawingml/2006/main"/>
          <a:ln xmlns:a="http://schemas.openxmlformats.org/drawingml/2006/main" w="28575">
            <a:solidFill>
              <a:srgbClr val="A45232"/>
            </a:solidFill>
            <a:prstDash val="solid"/>
          </a:ln>
        </p:spPr>
      </p:sp>
      <p:sp>
        <p:nvSpPr>
          <p:cNvPr id="3" name="slide-2-footer">
            <a:extLst xmlns:a="http://schemas.openxmlformats.org/drawingml/2006/main">
              <a:ext uri="{FF2B5EF4-FFF2-40B4-BE49-F238E27FC236}">
                <a16:creationId xmlns:a16="http://schemas.microsoft.com/office/drawing/2014/main" id="{06A2BB14-1EA7-4CCD-BAE8-A34825D9634A}"/>
              </a:ext>
            </a:extLst>
          </p:cNvPr>
          <p:cNvSpPr>
            <a:spLocks xmlns:a="http://schemas.openxmlformats.org/drawingml/2006/main" noGrp="1"/>
          </p:cNvSpPr>
          <p:nvPr/>
        </p:nvSpPr>
        <p:spPr>
          <a:xfrm xmlns:a="http://schemas.openxmlformats.org/drawingml/2006/main">
            <a:off x="609600" y="6419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6E7166"/>
                </a:solidFill>
                <a:latin typeface="Arial"/>
                <a:ea typeface="Arial"/>
                <a:cs typeface="Arial"/>
              </a:defRPr>
            </a:defPPr>
            <a:lvl1pPr algn="l">
              <a:defRPr sz="1050" b="0">
                <a:solidFill>
                  <a:srgbClr val="6E7166"/>
                </a:solidFill>
                <a:latin typeface="Arial"/>
                <a:ea typeface="Arial"/>
                <a:cs typeface="Arial"/>
              </a:defRPr>
            </a:lvl1pPr>
            <a:lvl2pPr algn="l">
              <a:defRPr sz="1050" b="0">
                <a:solidFill>
                  <a:srgbClr val="6E7166"/>
                </a:solidFill>
                <a:latin typeface="Arial"/>
                <a:ea typeface="Arial"/>
                <a:cs typeface="Arial"/>
              </a:defRPr>
            </a:lvl2pPr>
            <a:lvl3pPr algn="l">
              <a:defRPr sz="1050" b="0">
                <a:solidFill>
                  <a:srgbClr val="6E7166"/>
                </a:solidFill>
                <a:latin typeface="Arial"/>
                <a:ea typeface="Arial"/>
                <a:cs typeface="Arial"/>
              </a:defRPr>
            </a:lvl3pPr>
            <a:lvl4pPr algn="l">
              <a:defRPr sz="1050" b="0">
                <a:solidFill>
                  <a:srgbClr val="6E7166"/>
                </a:solidFill>
                <a:latin typeface="Arial"/>
                <a:ea typeface="Arial"/>
                <a:cs typeface="Arial"/>
              </a:defRPr>
            </a:lvl4pPr>
            <a:lvl5pPr algn="l">
              <a:defRPr sz="1050" b="0">
                <a:solidFill>
                  <a:srgbClr val="6E7166"/>
                </a:solidFill>
                <a:latin typeface="Arial"/>
                <a:ea typeface="Arial"/>
                <a:cs typeface="Arial"/>
              </a:defRPr>
            </a:lvl5pPr>
            <a:lvl6pPr algn="l">
              <a:defRPr sz="1050" b="0">
                <a:solidFill>
                  <a:srgbClr val="6E7166"/>
                </a:solidFill>
                <a:latin typeface="Arial"/>
                <a:ea typeface="Arial"/>
                <a:cs typeface="Arial"/>
              </a:defRPr>
            </a:lvl6pPr>
            <a:lvl7pPr algn="l">
              <a:defRPr sz="1050" b="0">
                <a:solidFill>
                  <a:srgbClr val="6E7166"/>
                </a:solidFill>
                <a:latin typeface="Arial"/>
                <a:ea typeface="Arial"/>
                <a:cs typeface="Arial"/>
              </a:defRPr>
            </a:lvl7pPr>
            <a:lvl8pPr algn="l">
              <a:defRPr sz="1050" b="0">
                <a:solidFill>
                  <a:srgbClr val="6E7166"/>
                </a:solidFill>
                <a:latin typeface="Arial"/>
                <a:ea typeface="Arial"/>
                <a:cs typeface="Arial"/>
              </a:defRPr>
            </a:lvl8pPr>
            <a:lvl9pPr algn="l">
              <a:defRPr sz="1050" b="0">
                <a:solidFill>
                  <a:srgbClr val="6E7166"/>
                </a:solidFill>
                <a:latin typeface="Arial"/>
                <a:ea typeface="Arial"/>
                <a:cs typeface="Arial"/>
              </a:defRPr>
            </a:lvl9pPr>
          </a:lstStyle>
          <a:p xmlns:a="http://schemas.openxmlformats.org/drawingml/2006/main">
            <a:pPr algn="l">
              <a:lnSpc>
                <a:spcPct val="105000"/>
              </a:lnSpc>
              <a:buNone/>
              <a:defRPr sz="1050" b="0">
                <a:solidFill>
                  <a:srgbClr val="6E7166"/>
                </a:solidFill>
                <a:latin typeface="Arial"/>
                <a:ea typeface="Arial"/>
                <a:cs typeface="Arial"/>
              </a:defRPr>
            </a:pPr>
            <a:r>
              <a:rPr sz="1050" b="0">
                <a:solidFill>
                  <a:srgbClr val="6E7166"/>
                </a:solidFill>
                <a:latin typeface="Arial"/>
                <a:ea typeface="Arial"/>
                <a:cs typeface="Arial"/>
              </a:rPr>
              <a:t>Horizon 2.0  ·  02</a:t>
            </a:r>
          </a:p>
        </p:txBody>
      </p:sp>
      <p:sp>
        <p:nvSpPr>
          <p:cNvPr id="4" name="session-intro">
            <a:extLst xmlns:a="http://schemas.openxmlformats.org/drawingml/2006/main">
              <a:ext uri="{FF2B5EF4-FFF2-40B4-BE49-F238E27FC236}">
                <a16:creationId xmlns:a16="http://schemas.microsoft.com/office/drawing/2014/main" id="{B0CABBD9-5B30-4D8D-9E1E-4D5120BA55B1}"/>
              </a:ext>
            </a:extLst>
          </p:cNvPr>
          <p:cNvSpPr>
            <a:spLocks xmlns:a="http://schemas.openxmlformats.org/drawingml/2006/main" noGrp="1"/>
          </p:cNvSpPr>
          <p:nvPr/>
        </p:nvSpPr>
        <p:spPr>
          <a:xfrm xmlns:a="http://schemas.openxmlformats.org/drawingml/2006/main">
            <a:off x="609600" y="1304925"/>
            <a:ext cx="1047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77796F"/>
                </a:solidFill>
                <a:latin typeface="Arial"/>
                <a:ea typeface="Arial"/>
                <a:cs typeface="Arial"/>
              </a:defRPr>
            </a:defPPr>
            <a:lvl1pPr algn="l">
              <a:defRPr sz="1725" b="0">
                <a:solidFill>
                  <a:srgbClr val="77796F"/>
                </a:solidFill>
                <a:latin typeface="Arial"/>
                <a:ea typeface="Arial"/>
                <a:cs typeface="Arial"/>
              </a:defRPr>
            </a:lvl1pPr>
            <a:lvl2pPr algn="l">
              <a:defRPr sz="1725" b="0">
                <a:solidFill>
                  <a:srgbClr val="77796F"/>
                </a:solidFill>
                <a:latin typeface="Arial"/>
                <a:ea typeface="Arial"/>
                <a:cs typeface="Arial"/>
              </a:defRPr>
            </a:lvl2pPr>
            <a:lvl3pPr algn="l">
              <a:defRPr sz="1725" b="0">
                <a:solidFill>
                  <a:srgbClr val="77796F"/>
                </a:solidFill>
                <a:latin typeface="Arial"/>
                <a:ea typeface="Arial"/>
                <a:cs typeface="Arial"/>
              </a:defRPr>
            </a:lvl3pPr>
            <a:lvl4pPr algn="l">
              <a:defRPr sz="1725" b="0">
                <a:solidFill>
                  <a:srgbClr val="77796F"/>
                </a:solidFill>
                <a:latin typeface="Arial"/>
                <a:ea typeface="Arial"/>
                <a:cs typeface="Arial"/>
              </a:defRPr>
            </a:lvl4pPr>
            <a:lvl5pPr algn="l">
              <a:defRPr sz="1725" b="0">
                <a:solidFill>
                  <a:srgbClr val="77796F"/>
                </a:solidFill>
                <a:latin typeface="Arial"/>
                <a:ea typeface="Arial"/>
                <a:cs typeface="Arial"/>
              </a:defRPr>
            </a:lvl5pPr>
            <a:lvl6pPr algn="l">
              <a:defRPr sz="1725" b="0">
                <a:solidFill>
                  <a:srgbClr val="77796F"/>
                </a:solidFill>
                <a:latin typeface="Arial"/>
                <a:ea typeface="Arial"/>
                <a:cs typeface="Arial"/>
              </a:defRPr>
            </a:lvl6pPr>
            <a:lvl7pPr algn="l">
              <a:defRPr sz="1725" b="0">
                <a:solidFill>
                  <a:srgbClr val="77796F"/>
                </a:solidFill>
                <a:latin typeface="Arial"/>
                <a:ea typeface="Arial"/>
                <a:cs typeface="Arial"/>
              </a:defRPr>
            </a:lvl7pPr>
            <a:lvl8pPr algn="l">
              <a:defRPr sz="1725" b="0">
                <a:solidFill>
                  <a:srgbClr val="77796F"/>
                </a:solidFill>
                <a:latin typeface="Arial"/>
                <a:ea typeface="Arial"/>
                <a:cs typeface="Arial"/>
              </a:defRPr>
            </a:lvl8pPr>
            <a:lvl9pPr algn="l">
              <a:defRPr sz="1725" b="0">
                <a:solidFill>
                  <a:srgbClr val="77796F"/>
                </a:solidFill>
                <a:latin typeface="Arial"/>
                <a:ea typeface="Arial"/>
                <a:cs typeface="Arial"/>
              </a:defRPr>
            </a:lvl9pPr>
          </a:lstStyle>
          <a:p xmlns:a="http://schemas.openxmlformats.org/drawingml/2006/main">
            <a:pPr algn="l">
              <a:lnSpc>
                <a:spcPct val="105000"/>
              </a:lnSpc>
              <a:buNone/>
              <a:defRPr sz="1725" b="0">
                <a:solidFill>
                  <a:srgbClr val="77796F"/>
                </a:solidFill>
                <a:latin typeface="Arial"/>
                <a:ea typeface="Arial"/>
                <a:cs typeface="Arial"/>
              </a:defRPr>
            </a:pPr>
            <a:r>
              <a:rPr sz="1725" b="0">
                <a:solidFill>
                  <a:srgbClr val="77796F"/>
                </a:solidFill>
                <a:latin typeface="Arial"/>
                <a:ea typeface="Arial"/>
                <a:cs typeface="Arial"/>
              </a:rPr>
              <a:t>One path keeps source, position and learning state connected.</a:t>
            </a:r>
          </a:p>
        </p:txBody>
      </p:sp>
      <p:sp>
        <p:nvSpPr>
          <p:cNvPr id="5" name="step-1-dot">
            <a:extLst xmlns:a="http://schemas.openxmlformats.org/drawingml/2006/main">
              <a:ext uri="{FF2B5EF4-FFF2-40B4-BE49-F238E27FC236}">
                <a16:creationId xmlns:a16="http://schemas.microsoft.com/office/drawing/2014/main" id="{813BEA73-DC8B-466C-8D40-AAE536D7F0C0}"/>
              </a:ext>
            </a:extLst>
          </p:cNvPr>
          <p:cNvSpPr>
            <a:spLocks xmlns:a="http://schemas.openxmlformats.org/drawingml/2006/main" noGrp="1"/>
          </p:cNvSpPr>
          <p:nvPr/>
        </p:nvSpPr>
        <p:spPr>
          <a:xfrm xmlns:a="http://schemas.openxmlformats.org/drawingml/2006/main">
            <a:off x="609600" y="2190750"/>
            <a:ext cx="1981200" cy="47625"/>
          </a:xfrm>
          <a:prstGeom xmlns:a="http://schemas.openxmlformats.org/drawingml/2006/main" prst="ellipse">
            <a:avLst/>
          </a:prstGeom>
          <a:solidFill xmlns:a="http://schemas.openxmlformats.org/drawingml/2006/main">
            <a:srgbClr val="A45232"/>
          </a:solidFill>
          <a:ln xmlns:a="http://schemas.openxmlformats.org/drawingml/2006/main" w="0">
            <a:noFill/>
            <a:prstDash val="solid"/>
          </a:ln>
        </p:spPr>
      </p:sp>
      <p:sp>
        <p:nvSpPr>
          <p:cNvPr id="6" name="step-1-number">
            <a:extLst xmlns:a="http://schemas.openxmlformats.org/drawingml/2006/main">
              <a:ext uri="{FF2B5EF4-FFF2-40B4-BE49-F238E27FC236}">
                <a16:creationId xmlns:a16="http://schemas.microsoft.com/office/drawing/2014/main" id="{8B44E93E-9A91-46E1-89E0-F99A51ABF967}"/>
              </a:ext>
            </a:extLst>
          </p:cNvPr>
          <p:cNvSpPr>
            <a:spLocks xmlns:a="http://schemas.openxmlformats.org/drawingml/2006/main" noGrp="1"/>
          </p:cNvSpPr>
          <p:nvPr/>
        </p:nvSpPr>
        <p:spPr>
          <a:xfrm xmlns:a="http://schemas.openxmlformats.org/drawingml/2006/main">
            <a:off x="609600" y="2419350"/>
            <a:ext cx="666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A45232"/>
                </a:solidFill>
                <a:latin typeface="Arial"/>
                <a:ea typeface="Arial"/>
                <a:cs typeface="Arial"/>
              </a:defRPr>
            </a:defPPr>
            <a:lvl1pPr algn="l">
              <a:defRPr sz="1725" b="1">
                <a:solidFill>
                  <a:srgbClr val="A45232"/>
                </a:solidFill>
                <a:latin typeface="Arial"/>
                <a:ea typeface="Arial"/>
                <a:cs typeface="Arial"/>
              </a:defRPr>
            </a:lvl1pPr>
            <a:lvl2pPr algn="l">
              <a:defRPr sz="1725" b="1">
                <a:solidFill>
                  <a:srgbClr val="A45232"/>
                </a:solidFill>
                <a:latin typeface="Arial"/>
                <a:ea typeface="Arial"/>
                <a:cs typeface="Arial"/>
              </a:defRPr>
            </a:lvl2pPr>
            <a:lvl3pPr algn="l">
              <a:defRPr sz="1725" b="1">
                <a:solidFill>
                  <a:srgbClr val="A45232"/>
                </a:solidFill>
                <a:latin typeface="Arial"/>
                <a:ea typeface="Arial"/>
                <a:cs typeface="Arial"/>
              </a:defRPr>
            </a:lvl3pPr>
            <a:lvl4pPr algn="l">
              <a:defRPr sz="1725" b="1">
                <a:solidFill>
                  <a:srgbClr val="A45232"/>
                </a:solidFill>
                <a:latin typeface="Arial"/>
                <a:ea typeface="Arial"/>
                <a:cs typeface="Arial"/>
              </a:defRPr>
            </a:lvl4pPr>
            <a:lvl5pPr algn="l">
              <a:defRPr sz="1725" b="1">
                <a:solidFill>
                  <a:srgbClr val="A45232"/>
                </a:solidFill>
                <a:latin typeface="Arial"/>
                <a:ea typeface="Arial"/>
                <a:cs typeface="Arial"/>
              </a:defRPr>
            </a:lvl5pPr>
            <a:lvl6pPr algn="l">
              <a:defRPr sz="1725" b="1">
                <a:solidFill>
                  <a:srgbClr val="A45232"/>
                </a:solidFill>
                <a:latin typeface="Arial"/>
                <a:ea typeface="Arial"/>
                <a:cs typeface="Arial"/>
              </a:defRPr>
            </a:lvl6pPr>
            <a:lvl7pPr algn="l">
              <a:defRPr sz="1725" b="1">
                <a:solidFill>
                  <a:srgbClr val="A45232"/>
                </a:solidFill>
                <a:latin typeface="Arial"/>
                <a:ea typeface="Arial"/>
                <a:cs typeface="Arial"/>
              </a:defRPr>
            </a:lvl7pPr>
            <a:lvl8pPr algn="l">
              <a:defRPr sz="1725" b="1">
                <a:solidFill>
                  <a:srgbClr val="A45232"/>
                </a:solidFill>
                <a:latin typeface="Arial"/>
                <a:ea typeface="Arial"/>
                <a:cs typeface="Arial"/>
              </a:defRPr>
            </a:lvl8pPr>
            <a:lvl9pPr algn="l">
              <a:defRPr sz="1725" b="1">
                <a:solidFill>
                  <a:srgbClr val="A45232"/>
                </a:solidFill>
                <a:latin typeface="Arial"/>
                <a:ea typeface="Arial"/>
                <a:cs typeface="Arial"/>
              </a:defRPr>
            </a:lvl9pPr>
          </a:lstStyle>
          <a:p xmlns:a="http://schemas.openxmlformats.org/drawingml/2006/main">
            <a:pPr algn="l">
              <a:lnSpc>
                <a:spcPct val="105000"/>
              </a:lnSpc>
              <a:buNone/>
              <a:defRPr sz="1725" b="1">
                <a:solidFill>
                  <a:srgbClr val="A45232"/>
                </a:solidFill>
                <a:latin typeface="Arial"/>
                <a:ea typeface="Arial"/>
                <a:cs typeface="Arial"/>
              </a:defRPr>
            </a:pPr>
            <a:r>
              <a:rPr sz="1725" b="1">
                <a:solidFill>
                  <a:srgbClr val="A45232"/>
                </a:solidFill>
                <a:latin typeface="Arial"/>
                <a:ea typeface="Arial"/>
                <a:cs typeface="Arial"/>
              </a:rPr>
              <a:t>01</a:t>
            </a:r>
          </a:p>
        </p:txBody>
      </p:sp>
      <p:sp>
        <p:nvSpPr>
          <p:cNvPr id="7" name="step-1-title">
            <a:extLst xmlns:a="http://schemas.openxmlformats.org/drawingml/2006/main">
              <a:ext uri="{FF2B5EF4-FFF2-40B4-BE49-F238E27FC236}">
                <a16:creationId xmlns:a16="http://schemas.microsoft.com/office/drawing/2014/main" id="{F233FEDC-1271-4542-85AD-8E3B9E28A1FA}"/>
              </a:ext>
            </a:extLst>
          </p:cNvPr>
          <p:cNvSpPr>
            <a:spLocks xmlns:a="http://schemas.openxmlformats.org/drawingml/2006/main" noGrp="1"/>
          </p:cNvSpPr>
          <p:nvPr/>
        </p:nvSpPr>
        <p:spPr>
          <a:xfrm xmlns:a="http://schemas.openxmlformats.org/drawingml/2006/main">
            <a:off x="609600" y="3009900"/>
            <a:ext cx="1981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253B30"/>
                </a:solidFill>
                <a:latin typeface="Arial"/>
                <a:ea typeface="Arial"/>
                <a:cs typeface="Arial"/>
              </a:defRPr>
            </a:defPPr>
            <a:lvl1pPr algn="l">
              <a:defRPr sz="1875" b="1">
                <a:solidFill>
                  <a:srgbClr val="253B30"/>
                </a:solidFill>
                <a:latin typeface="Arial"/>
                <a:ea typeface="Arial"/>
                <a:cs typeface="Arial"/>
              </a:defRPr>
            </a:lvl1pPr>
            <a:lvl2pPr algn="l">
              <a:defRPr sz="1875" b="1">
                <a:solidFill>
                  <a:srgbClr val="253B30"/>
                </a:solidFill>
                <a:latin typeface="Arial"/>
                <a:ea typeface="Arial"/>
                <a:cs typeface="Arial"/>
              </a:defRPr>
            </a:lvl2pPr>
            <a:lvl3pPr algn="l">
              <a:defRPr sz="1875" b="1">
                <a:solidFill>
                  <a:srgbClr val="253B30"/>
                </a:solidFill>
                <a:latin typeface="Arial"/>
                <a:ea typeface="Arial"/>
                <a:cs typeface="Arial"/>
              </a:defRPr>
            </a:lvl3pPr>
            <a:lvl4pPr algn="l">
              <a:defRPr sz="1875" b="1">
                <a:solidFill>
                  <a:srgbClr val="253B30"/>
                </a:solidFill>
                <a:latin typeface="Arial"/>
                <a:ea typeface="Arial"/>
                <a:cs typeface="Arial"/>
              </a:defRPr>
            </a:lvl4pPr>
            <a:lvl5pPr algn="l">
              <a:defRPr sz="1875" b="1">
                <a:solidFill>
                  <a:srgbClr val="253B30"/>
                </a:solidFill>
                <a:latin typeface="Arial"/>
                <a:ea typeface="Arial"/>
                <a:cs typeface="Arial"/>
              </a:defRPr>
            </a:lvl5pPr>
            <a:lvl6pPr algn="l">
              <a:defRPr sz="1875" b="1">
                <a:solidFill>
                  <a:srgbClr val="253B30"/>
                </a:solidFill>
                <a:latin typeface="Arial"/>
                <a:ea typeface="Arial"/>
                <a:cs typeface="Arial"/>
              </a:defRPr>
            </a:lvl6pPr>
            <a:lvl7pPr algn="l">
              <a:defRPr sz="1875" b="1">
                <a:solidFill>
                  <a:srgbClr val="253B30"/>
                </a:solidFill>
                <a:latin typeface="Arial"/>
                <a:ea typeface="Arial"/>
                <a:cs typeface="Arial"/>
              </a:defRPr>
            </a:lvl7pPr>
            <a:lvl8pPr algn="l">
              <a:defRPr sz="1875" b="1">
                <a:solidFill>
                  <a:srgbClr val="253B30"/>
                </a:solidFill>
                <a:latin typeface="Arial"/>
                <a:ea typeface="Arial"/>
                <a:cs typeface="Arial"/>
              </a:defRPr>
            </a:lvl8pPr>
            <a:lvl9pPr algn="l">
              <a:defRPr sz="1875" b="1">
                <a:solidFill>
                  <a:srgbClr val="253B30"/>
                </a:solidFill>
                <a:latin typeface="Arial"/>
                <a:ea typeface="Arial"/>
                <a:cs typeface="Arial"/>
              </a:defRPr>
            </a:lvl9pPr>
          </a:lstStyle>
          <a:p xmlns:a="http://schemas.openxmlformats.org/drawingml/2006/main">
            <a:pPr algn="l">
              <a:lnSpc>
                <a:spcPct val="105000"/>
              </a:lnSpc>
              <a:buNone/>
              <a:defRPr sz="1875" b="1">
                <a:solidFill>
                  <a:srgbClr val="253B30"/>
                </a:solidFill>
                <a:latin typeface="Arial"/>
                <a:ea typeface="Arial"/>
                <a:cs typeface="Arial"/>
              </a:defRPr>
            </a:pPr>
            <a:r>
              <a:rPr sz="1875" b="1">
                <a:solidFill>
                  <a:srgbClr val="253B30"/>
                </a:solidFill>
                <a:latin typeface="Arial"/>
                <a:ea typeface="Arial"/>
                <a:cs typeface="Arial"/>
              </a:rPr>
              <a:t>Choose a source</a:t>
            </a:r>
          </a:p>
        </p:txBody>
      </p:sp>
      <p:sp>
        <p:nvSpPr>
          <p:cNvPr id="8" name="step-1-body">
            <a:extLst xmlns:a="http://schemas.openxmlformats.org/drawingml/2006/main">
              <a:ext uri="{FF2B5EF4-FFF2-40B4-BE49-F238E27FC236}">
                <a16:creationId xmlns:a16="http://schemas.microsoft.com/office/drawing/2014/main" id="{E92AF75C-4605-4239-AC8D-06CF4AB3A1F2}"/>
              </a:ext>
            </a:extLst>
          </p:cNvPr>
          <p:cNvSpPr>
            <a:spLocks xmlns:a="http://schemas.openxmlformats.org/drawingml/2006/main" noGrp="1"/>
          </p:cNvSpPr>
          <p:nvPr/>
        </p:nvSpPr>
        <p:spPr>
          <a:xfrm xmlns:a="http://schemas.openxmlformats.org/drawingml/2006/main">
            <a:off x="609600" y="3686175"/>
            <a:ext cx="19812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343931"/>
                </a:solidFill>
                <a:latin typeface="Arial"/>
                <a:ea typeface="Arial"/>
                <a:cs typeface="Arial"/>
              </a:defRPr>
            </a:defPPr>
            <a:lvl1pPr algn="l">
              <a:defRPr sz="1425" b="0">
                <a:solidFill>
                  <a:srgbClr val="343931"/>
                </a:solidFill>
                <a:latin typeface="Arial"/>
                <a:ea typeface="Arial"/>
                <a:cs typeface="Arial"/>
              </a:defRPr>
            </a:lvl1pPr>
            <a:lvl2pPr algn="l">
              <a:defRPr sz="1425" b="0">
                <a:solidFill>
                  <a:srgbClr val="343931"/>
                </a:solidFill>
                <a:latin typeface="Arial"/>
                <a:ea typeface="Arial"/>
                <a:cs typeface="Arial"/>
              </a:defRPr>
            </a:lvl2pPr>
            <a:lvl3pPr algn="l">
              <a:defRPr sz="1425" b="0">
                <a:solidFill>
                  <a:srgbClr val="343931"/>
                </a:solidFill>
                <a:latin typeface="Arial"/>
                <a:ea typeface="Arial"/>
                <a:cs typeface="Arial"/>
              </a:defRPr>
            </a:lvl3pPr>
            <a:lvl4pPr algn="l">
              <a:defRPr sz="1425" b="0">
                <a:solidFill>
                  <a:srgbClr val="343931"/>
                </a:solidFill>
                <a:latin typeface="Arial"/>
                <a:ea typeface="Arial"/>
                <a:cs typeface="Arial"/>
              </a:defRPr>
            </a:lvl4pPr>
            <a:lvl5pPr algn="l">
              <a:defRPr sz="1425" b="0">
                <a:solidFill>
                  <a:srgbClr val="343931"/>
                </a:solidFill>
                <a:latin typeface="Arial"/>
                <a:ea typeface="Arial"/>
                <a:cs typeface="Arial"/>
              </a:defRPr>
            </a:lvl5pPr>
            <a:lvl6pPr algn="l">
              <a:defRPr sz="1425" b="0">
                <a:solidFill>
                  <a:srgbClr val="343931"/>
                </a:solidFill>
                <a:latin typeface="Arial"/>
                <a:ea typeface="Arial"/>
                <a:cs typeface="Arial"/>
              </a:defRPr>
            </a:lvl6pPr>
            <a:lvl7pPr algn="l">
              <a:defRPr sz="1425" b="0">
                <a:solidFill>
                  <a:srgbClr val="343931"/>
                </a:solidFill>
                <a:latin typeface="Arial"/>
                <a:ea typeface="Arial"/>
                <a:cs typeface="Arial"/>
              </a:defRPr>
            </a:lvl7pPr>
            <a:lvl8pPr algn="l">
              <a:defRPr sz="1425" b="0">
                <a:solidFill>
                  <a:srgbClr val="343931"/>
                </a:solidFill>
                <a:latin typeface="Arial"/>
                <a:ea typeface="Arial"/>
                <a:cs typeface="Arial"/>
              </a:defRPr>
            </a:lvl8pPr>
            <a:lvl9pPr algn="l">
              <a:defRPr sz="1425" b="0">
                <a:solidFill>
                  <a:srgbClr val="343931"/>
                </a:solidFill>
                <a:latin typeface="Arial"/>
                <a:ea typeface="Arial"/>
                <a:cs typeface="Arial"/>
              </a:defRPr>
            </a:lvl9pPr>
          </a:lstStyle>
          <a:p xmlns:a="http://schemas.openxmlformats.org/drawingml/2006/main">
            <a:pPr algn="l">
              <a:lnSpc>
                <a:spcPct val="105000"/>
              </a:lnSpc>
              <a:buNone/>
              <a:defRPr sz="1425" b="0">
                <a:solidFill>
                  <a:srgbClr val="343931"/>
                </a:solidFill>
                <a:latin typeface="Arial"/>
                <a:ea typeface="Arial"/>
                <a:cs typeface="Arial"/>
              </a:defRPr>
            </a:pPr>
            <a:r>
              <a:rPr sz="1425" b="0">
                <a:solidFill>
                  <a:srgbClr val="343931"/>
                </a:solidFill>
                <a:latin typeface="Arial"/>
                <a:ea typeface="Arial"/>
                <a:cs typeface="Arial"/>
              </a:rPr>
              <a:t>Open a course lesson</a:t>
            </a:r>
          </a:p>
          <a:p xmlns:a="http://schemas.openxmlformats.org/drawingml/2006/main">
            <a:pPr algn="l">
              <a:lnSpc>
                <a:spcPct val="105000"/>
              </a:lnSpc>
              <a:buNone/>
              <a:defRPr sz="1425" b="0">
                <a:solidFill>
                  <a:srgbClr val="343931"/>
                </a:solidFill>
                <a:latin typeface="Arial"/>
                <a:ea typeface="Arial"/>
                <a:cs typeface="Arial"/>
              </a:defRPr>
            </a:pPr>
            <a:r>
              <a:rPr sz="1425" b="0">
                <a:solidFill>
                  <a:srgbClr val="343931"/>
                </a:solidFill>
                <a:latin typeface="Arial"/>
                <a:ea typeface="Arial"/>
                <a:cs typeface="Arial"/>
              </a:rPr>
              <a:t>or add a resource.</a:t>
            </a:r>
          </a:p>
        </p:txBody>
      </p:sp>
      <p:sp>
        <p:nvSpPr>
          <p:cNvPr id="9" name="step-1-arrow">
            <a:extLst xmlns:a="http://schemas.openxmlformats.org/drawingml/2006/main">
              <a:ext uri="{FF2B5EF4-FFF2-40B4-BE49-F238E27FC236}">
                <a16:creationId xmlns:a16="http://schemas.microsoft.com/office/drawing/2014/main" id="{BD795A43-B3A9-4E12-80C0-86195C32B94E}"/>
              </a:ext>
            </a:extLst>
          </p:cNvPr>
          <p:cNvSpPr>
            <a:spLocks xmlns:a="http://schemas.openxmlformats.org/drawingml/2006/main" noGrp="1"/>
          </p:cNvSpPr>
          <p:nvPr/>
        </p:nvSpPr>
        <p:spPr>
          <a:xfrm xmlns:a="http://schemas.openxmlformats.org/drawingml/2006/main">
            <a:off x="2638425" y="3105150"/>
            <a:ext cx="19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77248"/>
          </a:bodyPr>
          <a:lstStyle xmlns:a="http://schemas.openxmlformats.org/drawingml/2006/main">
            <a:defPPr algn="ctr">
              <a:defRPr sz="1950" b="1">
                <a:solidFill>
                  <a:srgbClr val="6E7166"/>
                </a:solidFill>
                <a:latin typeface="Arial"/>
                <a:ea typeface="Arial"/>
                <a:cs typeface="Arial"/>
              </a:defRPr>
            </a:defPPr>
            <a:lvl1pPr algn="ctr">
              <a:defRPr sz="1950" b="1">
                <a:solidFill>
                  <a:srgbClr val="6E7166"/>
                </a:solidFill>
                <a:latin typeface="Arial"/>
                <a:ea typeface="Arial"/>
                <a:cs typeface="Arial"/>
              </a:defRPr>
            </a:lvl1pPr>
            <a:lvl2pPr algn="ctr">
              <a:defRPr sz="1950" b="1">
                <a:solidFill>
                  <a:srgbClr val="6E7166"/>
                </a:solidFill>
                <a:latin typeface="Arial"/>
                <a:ea typeface="Arial"/>
                <a:cs typeface="Arial"/>
              </a:defRPr>
            </a:lvl2pPr>
            <a:lvl3pPr algn="ctr">
              <a:defRPr sz="1950" b="1">
                <a:solidFill>
                  <a:srgbClr val="6E7166"/>
                </a:solidFill>
                <a:latin typeface="Arial"/>
                <a:ea typeface="Arial"/>
                <a:cs typeface="Arial"/>
              </a:defRPr>
            </a:lvl3pPr>
            <a:lvl4pPr algn="ctr">
              <a:defRPr sz="1950" b="1">
                <a:solidFill>
                  <a:srgbClr val="6E7166"/>
                </a:solidFill>
                <a:latin typeface="Arial"/>
                <a:ea typeface="Arial"/>
                <a:cs typeface="Arial"/>
              </a:defRPr>
            </a:lvl4pPr>
            <a:lvl5pPr algn="ctr">
              <a:defRPr sz="1950" b="1">
                <a:solidFill>
                  <a:srgbClr val="6E7166"/>
                </a:solidFill>
                <a:latin typeface="Arial"/>
                <a:ea typeface="Arial"/>
                <a:cs typeface="Arial"/>
              </a:defRPr>
            </a:lvl5pPr>
            <a:lvl6pPr algn="ctr">
              <a:defRPr sz="1950" b="1">
                <a:solidFill>
                  <a:srgbClr val="6E7166"/>
                </a:solidFill>
                <a:latin typeface="Arial"/>
                <a:ea typeface="Arial"/>
                <a:cs typeface="Arial"/>
              </a:defRPr>
            </a:lvl6pPr>
            <a:lvl7pPr algn="ctr">
              <a:defRPr sz="1950" b="1">
                <a:solidFill>
                  <a:srgbClr val="6E7166"/>
                </a:solidFill>
                <a:latin typeface="Arial"/>
                <a:ea typeface="Arial"/>
                <a:cs typeface="Arial"/>
              </a:defRPr>
            </a:lvl7pPr>
            <a:lvl8pPr algn="ctr">
              <a:defRPr sz="1950" b="1">
                <a:solidFill>
                  <a:srgbClr val="6E7166"/>
                </a:solidFill>
                <a:latin typeface="Arial"/>
                <a:ea typeface="Arial"/>
                <a:cs typeface="Arial"/>
              </a:defRPr>
            </a:lvl8pPr>
            <a:lvl9pPr algn="ctr">
              <a:defRPr sz="1950" b="1">
                <a:solidFill>
                  <a:srgbClr val="6E7166"/>
                </a:solidFill>
                <a:latin typeface="Arial"/>
                <a:ea typeface="Arial"/>
                <a:cs typeface="Arial"/>
              </a:defRPr>
            </a:lvl9pPr>
          </a:lstStyle>
          <a:p xmlns:a="http://schemas.openxmlformats.org/drawingml/2006/main">
            <a:pPr algn="ctr">
              <a:lnSpc>
                <a:spcPct val="105000"/>
              </a:lnSpc>
              <a:buNone/>
              <a:defRPr sz="1950" b="1">
                <a:solidFill>
                  <a:srgbClr val="6E7166"/>
                </a:solidFill>
                <a:latin typeface="Arial"/>
                <a:ea typeface="Arial"/>
                <a:cs typeface="Arial"/>
              </a:defRPr>
            </a:pPr>
            <a:r>
              <a:rPr sz="1950" b="1">
                <a:solidFill>
                  <a:srgbClr val="6E7166"/>
                </a:solidFill>
                <a:latin typeface="Arial"/>
                <a:ea typeface="Arial"/>
                <a:cs typeface="Arial"/>
              </a:rPr>
              <a:t>→</a:t>
            </a:r>
          </a:p>
        </p:txBody>
      </p:sp>
      <p:sp>
        <p:nvSpPr>
          <p:cNvPr id="10" name="step-2-dot">
            <a:extLst xmlns:a="http://schemas.openxmlformats.org/drawingml/2006/main">
              <a:ext uri="{FF2B5EF4-FFF2-40B4-BE49-F238E27FC236}">
                <a16:creationId xmlns:a16="http://schemas.microsoft.com/office/drawing/2014/main" id="{17A87BF1-F046-4099-97AC-6EF14F0D7A51}"/>
              </a:ext>
            </a:extLst>
          </p:cNvPr>
          <p:cNvSpPr>
            <a:spLocks xmlns:a="http://schemas.openxmlformats.org/drawingml/2006/main" noGrp="1"/>
          </p:cNvSpPr>
          <p:nvPr/>
        </p:nvSpPr>
        <p:spPr>
          <a:xfrm xmlns:a="http://schemas.openxmlformats.org/drawingml/2006/main">
            <a:off x="2857500" y="2190750"/>
            <a:ext cx="1981200" cy="47625"/>
          </a:xfrm>
          <a:prstGeom xmlns:a="http://schemas.openxmlformats.org/drawingml/2006/main" prst="ellipse">
            <a:avLst/>
          </a:prstGeom>
          <a:solidFill xmlns:a="http://schemas.openxmlformats.org/drawingml/2006/main">
            <a:srgbClr val="A45232"/>
          </a:solidFill>
          <a:ln xmlns:a="http://schemas.openxmlformats.org/drawingml/2006/main" w="0">
            <a:noFill/>
            <a:prstDash val="solid"/>
          </a:ln>
        </p:spPr>
      </p:sp>
      <p:sp>
        <p:nvSpPr>
          <p:cNvPr id="11" name="step-2-number">
            <a:extLst xmlns:a="http://schemas.openxmlformats.org/drawingml/2006/main">
              <a:ext uri="{FF2B5EF4-FFF2-40B4-BE49-F238E27FC236}">
                <a16:creationId xmlns:a16="http://schemas.microsoft.com/office/drawing/2014/main" id="{7596AC8E-6203-4F32-B459-C95BB8DA576D}"/>
              </a:ext>
            </a:extLst>
          </p:cNvPr>
          <p:cNvSpPr>
            <a:spLocks xmlns:a="http://schemas.openxmlformats.org/drawingml/2006/main" noGrp="1"/>
          </p:cNvSpPr>
          <p:nvPr/>
        </p:nvSpPr>
        <p:spPr>
          <a:xfrm xmlns:a="http://schemas.openxmlformats.org/drawingml/2006/main">
            <a:off x="2857500" y="2419350"/>
            <a:ext cx="666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A45232"/>
                </a:solidFill>
                <a:latin typeface="Arial"/>
                <a:ea typeface="Arial"/>
                <a:cs typeface="Arial"/>
              </a:defRPr>
            </a:defPPr>
            <a:lvl1pPr algn="l">
              <a:defRPr sz="1725" b="1">
                <a:solidFill>
                  <a:srgbClr val="A45232"/>
                </a:solidFill>
                <a:latin typeface="Arial"/>
                <a:ea typeface="Arial"/>
                <a:cs typeface="Arial"/>
              </a:defRPr>
            </a:lvl1pPr>
            <a:lvl2pPr algn="l">
              <a:defRPr sz="1725" b="1">
                <a:solidFill>
                  <a:srgbClr val="A45232"/>
                </a:solidFill>
                <a:latin typeface="Arial"/>
                <a:ea typeface="Arial"/>
                <a:cs typeface="Arial"/>
              </a:defRPr>
            </a:lvl2pPr>
            <a:lvl3pPr algn="l">
              <a:defRPr sz="1725" b="1">
                <a:solidFill>
                  <a:srgbClr val="A45232"/>
                </a:solidFill>
                <a:latin typeface="Arial"/>
                <a:ea typeface="Arial"/>
                <a:cs typeface="Arial"/>
              </a:defRPr>
            </a:lvl3pPr>
            <a:lvl4pPr algn="l">
              <a:defRPr sz="1725" b="1">
                <a:solidFill>
                  <a:srgbClr val="A45232"/>
                </a:solidFill>
                <a:latin typeface="Arial"/>
                <a:ea typeface="Arial"/>
                <a:cs typeface="Arial"/>
              </a:defRPr>
            </a:lvl4pPr>
            <a:lvl5pPr algn="l">
              <a:defRPr sz="1725" b="1">
                <a:solidFill>
                  <a:srgbClr val="A45232"/>
                </a:solidFill>
                <a:latin typeface="Arial"/>
                <a:ea typeface="Arial"/>
                <a:cs typeface="Arial"/>
              </a:defRPr>
            </a:lvl5pPr>
            <a:lvl6pPr algn="l">
              <a:defRPr sz="1725" b="1">
                <a:solidFill>
                  <a:srgbClr val="A45232"/>
                </a:solidFill>
                <a:latin typeface="Arial"/>
                <a:ea typeface="Arial"/>
                <a:cs typeface="Arial"/>
              </a:defRPr>
            </a:lvl6pPr>
            <a:lvl7pPr algn="l">
              <a:defRPr sz="1725" b="1">
                <a:solidFill>
                  <a:srgbClr val="A45232"/>
                </a:solidFill>
                <a:latin typeface="Arial"/>
                <a:ea typeface="Arial"/>
                <a:cs typeface="Arial"/>
              </a:defRPr>
            </a:lvl7pPr>
            <a:lvl8pPr algn="l">
              <a:defRPr sz="1725" b="1">
                <a:solidFill>
                  <a:srgbClr val="A45232"/>
                </a:solidFill>
                <a:latin typeface="Arial"/>
                <a:ea typeface="Arial"/>
                <a:cs typeface="Arial"/>
              </a:defRPr>
            </a:lvl8pPr>
            <a:lvl9pPr algn="l">
              <a:defRPr sz="1725" b="1">
                <a:solidFill>
                  <a:srgbClr val="A45232"/>
                </a:solidFill>
                <a:latin typeface="Arial"/>
                <a:ea typeface="Arial"/>
                <a:cs typeface="Arial"/>
              </a:defRPr>
            </a:lvl9pPr>
          </a:lstStyle>
          <a:p xmlns:a="http://schemas.openxmlformats.org/drawingml/2006/main">
            <a:pPr algn="l">
              <a:lnSpc>
                <a:spcPct val="105000"/>
              </a:lnSpc>
              <a:buNone/>
              <a:defRPr sz="1725" b="1">
                <a:solidFill>
                  <a:srgbClr val="A45232"/>
                </a:solidFill>
                <a:latin typeface="Arial"/>
                <a:ea typeface="Arial"/>
                <a:cs typeface="Arial"/>
              </a:defRPr>
            </a:pPr>
            <a:r>
              <a:rPr sz="1725" b="1">
                <a:solidFill>
                  <a:srgbClr val="A45232"/>
                </a:solidFill>
                <a:latin typeface="Arial"/>
                <a:ea typeface="Arial"/>
                <a:cs typeface="Arial"/>
              </a:rPr>
              <a:t>02</a:t>
            </a:r>
          </a:p>
        </p:txBody>
      </p:sp>
      <p:sp>
        <p:nvSpPr>
          <p:cNvPr id="12" name="step-2-title">
            <a:extLst xmlns:a="http://schemas.openxmlformats.org/drawingml/2006/main">
              <a:ext uri="{FF2B5EF4-FFF2-40B4-BE49-F238E27FC236}">
                <a16:creationId xmlns:a16="http://schemas.microsoft.com/office/drawing/2014/main" id="{3C1F955E-2D7E-4936-ABDB-D5BB114CE1C5}"/>
              </a:ext>
            </a:extLst>
          </p:cNvPr>
          <p:cNvSpPr>
            <a:spLocks xmlns:a="http://schemas.openxmlformats.org/drawingml/2006/main" noGrp="1"/>
          </p:cNvSpPr>
          <p:nvPr/>
        </p:nvSpPr>
        <p:spPr>
          <a:xfrm xmlns:a="http://schemas.openxmlformats.org/drawingml/2006/main">
            <a:off x="2857500" y="3009900"/>
            <a:ext cx="1981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253B30"/>
                </a:solidFill>
                <a:latin typeface="Arial"/>
                <a:ea typeface="Arial"/>
                <a:cs typeface="Arial"/>
              </a:defRPr>
            </a:defPPr>
            <a:lvl1pPr algn="l">
              <a:defRPr sz="1875" b="1">
                <a:solidFill>
                  <a:srgbClr val="253B30"/>
                </a:solidFill>
                <a:latin typeface="Arial"/>
                <a:ea typeface="Arial"/>
                <a:cs typeface="Arial"/>
              </a:defRPr>
            </a:lvl1pPr>
            <a:lvl2pPr algn="l">
              <a:defRPr sz="1875" b="1">
                <a:solidFill>
                  <a:srgbClr val="253B30"/>
                </a:solidFill>
                <a:latin typeface="Arial"/>
                <a:ea typeface="Arial"/>
                <a:cs typeface="Arial"/>
              </a:defRPr>
            </a:lvl2pPr>
            <a:lvl3pPr algn="l">
              <a:defRPr sz="1875" b="1">
                <a:solidFill>
                  <a:srgbClr val="253B30"/>
                </a:solidFill>
                <a:latin typeface="Arial"/>
                <a:ea typeface="Arial"/>
                <a:cs typeface="Arial"/>
              </a:defRPr>
            </a:lvl3pPr>
            <a:lvl4pPr algn="l">
              <a:defRPr sz="1875" b="1">
                <a:solidFill>
                  <a:srgbClr val="253B30"/>
                </a:solidFill>
                <a:latin typeface="Arial"/>
                <a:ea typeface="Arial"/>
                <a:cs typeface="Arial"/>
              </a:defRPr>
            </a:lvl4pPr>
            <a:lvl5pPr algn="l">
              <a:defRPr sz="1875" b="1">
                <a:solidFill>
                  <a:srgbClr val="253B30"/>
                </a:solidFill>
                <a:latin typeface="Arial"/>
                <a:ea typeface="Arial"/>
                <a:cs typeface="Arial"/>
              </a:defRPr>
            </a:lvl5pPr>
            <a:lvl6pPr algn="l">
              <a:defRPr sz="1875" b="1">
                <a:solidFill>
                  <a:srgbClr val="253B30"/>
                </a:solidFill>
                <a:latin typeface="Arial"/>
                <a:ea typeface="Arial"/>
                <a:cs typeface="Arial"/>
              </a:defRPr>
            </a:lvl6pPr>
            <a:lvl7pPr algn="l">
              <a:defRPr sz="1875" b="1">
                <a:solidFill>
                  <a:srgbClr val="253B30"/>
                </a:solidFill>
                <a:latin typeface="Arial"/>
                <a:ea typeface="Arial"/>
                <a:cs typeface="Arial"/>
              </a:defRPr>
            </a:lvl7pPr>
            <a:lvl8pPr algn="l">
              <a:defRPr sz="1875" b="1">
                <a:solidFill>
                  <a:srgbClr val="253B30"/>
                </a:solidFill>
                <a:latin typeface="Arial"/>
                <a:ea typeface="Arial"/>
                <a:cs typeface="Arial"/>
              </a:defRPr>
            </a:lvl8pPr>
            <a:lvl9pPr algn="l">
              <a:defRPr sz="1875" b="1">
                <a:solidFill>
                  <a:srgbClr val="253B30"/>
                </a:solidFill>
                <a:latin typeface="Arial"/>
                <a:ea typeface="Arial"/>
                <a:cs typeface="Arial"/>
              </a:defRPr>
            </a:lvl9pPr>
          </a:lstStyle>
          <a:p xmlns:a="http://schemas.openxmlformats.org/drawingml/2006/main">
            <a:pPr algn="l">
              <a:lnSpc>
                <a:spcPct val="105000"/>
              </a:lnSpc>
              <a:buNone/>
              <a:defRPr sz="1875" b="1">
                <a:solidFill>
                  <a:srgbClr val="253B30"/>
                </a:solidFill>
                <a:latin typeface="Arial"/>
                <a:ea typeface="Arial"/>
                <a:cs typeface="Arial"/>
              </a:defRPr>
            </a:pPr>
            <a:r>
              <a:rPr sz="1875" b="1">
                <a:solidFill>
                  <a:srgbClr val="253B30"/>
                </a:solidFill>
                <a:latin typeface="Arial"/>
                <a:ea typeface="Arial"/>
                <a:cs typeface="Arial"/>
              </a:rPr>
              <a:t>Follow evidence</a:t>
            </a:r>
          </a:p>
        </p:txBody>
      </p:sp>
      <p:sp>
        <p:nvSpPr>
          <p:cNvPr id="13" name="step-2-body">
            <a:extLst xmlns:a="http://schemas.openxmlformats.org/drawingml/2006/main">
              <a:ext uri="{FF2B5EF4-FFF2-40B4-BE49-F238E27FC236}">
                <a16:creationId xmlns:a16="http://schemas.microsoft.com/office/drawing/2014/main" id="{5718A3C8-DB26-4B1A-A39E-34821456842C}"/>
              </a:ext>
            </a:extLst>
          </p:cNvPr>
          <p:cNvSpPr>
            <a:spLocks xmlns:a="http://schemas.openxmlformats.org/drawingml/2006/main" noGrp="1"/>
          </p:cNvSpPr>
          <p:nvPr/>
        </p:nvSpPr>
        <p:spPr>
          <a:xfrm xmlns:a="http://schemas.openxmlformats.org/drawingml/2006/main">
            <a:off x="2857500" y="3686175"/>
            <a:ext cx="19812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343931"/>
                </a:solidFill>
                <a:latin typeface="Arial"/>
                <a:ea typeface="Arial"/>
                <a:cs typeface="Arial"/>
              </a:defRPr>
            </a:defPPr>
            <a:lvl1pPr algn="l">
              <a:defRPr sz="1425" b="0">
                <a:solidFill>
                  <a:srgbClr val="343931"/>
                </a:solidFill>
                <a:latin typeface="Arial"/>
                <a:ea typeface="Arial"/>
                <a:cs typeface="Arial"/>
              </a:defRPr>
            </a:lvl1pPr>
            <a:lvl2pPr algn="l">
              <a:defRPr sz="1425" b="0">
                <a:solidFill>
                  <a:srgbClr val="343931"/>
                </a:solidFill>
                <a:latin typeface="Arial"/>
                <a:ea typeface="Arial"/>
                <a:cs typeface="Arial"/>
              </a:defRPr>
            </a:lvl2pPr>
            <a:lvl3pPr algn="l">
              <a:defRPr sz="1425" b="0">
                <a:solidFill>
                  <a:srgbClr val="343931"/>
                </a:solidFill>
                <a:latin typeface="Arial"/>
                <a:ea typeface="Arial"/>
                <a:cs typeface="Arial"/>
              </a:defRPr>
            </a:lvl3pPr>
            <a:lvl4pPr algn="l">
              <a:defRPr sz="1425" b="0">
                <a:solidFill>
                  <a:srgbClr val="343931"/>
                </a:solidFill>
                <a:latin typeface="Arial"/>
                <a:ea typeface="Arial"/>
                <a:cs typeface="Arial"/>
              </a:defRPr>
            </a:lvl4pPr>
            <a:lvl5pPr algn="l">
              <a:defRPr sz="1425" b="0">
                <a:solidFill>
                  <a:srgbClr val="343931"/>
                </a:solidFill>
                <a:latin typeface="Arial"/>
                <a:ea typeface="Arial"/>
                <a:cs typeface="Arial"/>
              </a:defRPr>
            </a:lvl5pPr>
            <a:lvl6pPr algn="l">
              <a:defRPr sz="1425" b="0">
                <a:solidFill>
                  <a:srgbClr val="343931"/>
                </a:solidFill>
                <a:latin typeface="Arial"/>
                <a:ea typeface="Arial"/>
                <a:cs typeface="Arial"/>
              </a:defRPr>
            </a:lvl6pPr>
            <a:lvl7pPr algn="l">
              <a:defRPr sz="1425" b="0">
                <a:solidFill>
                  <a:srgbClr val="343931"/>
                </a:solidFill>
                <a:latin typeface="Arial"/>
                <a:ea typeface="Arial"/>
                <a:cs typeface="Arial"/>
              </a:defRPr>
            </a:lvl7pPr>
            <a:lvl8pPr algn="l">
              <a:defRPr sz="1425" b="0">
                <a:solidFill>
                  <a:srgbClr val="343931"/>
                </a:solidFill>
                <a:latin typeface="Arial"/>
                <a:ea typeface="Arial"/>
                <a:cs typeface="Arial"/>
              </a:defRPr>
            </a:lvl8pPr>
            <a:lvl9pPr algn="l">
              <a:defRPr sz="1425" b="0">
                <a:solidFill>
                  <a:srgbClr val="343931"/>
                </a:solidFill>
                <a:latin typeface="Arial"/>
                <a:ea typeface="Arial"/>
                <a:cs typeface="Arial"/>
              </a:defRPr>
            </a:lvl9pPr>
          </a:lstStyle>
          <a:p xmlns:a="http://schemas.openxmlformats.org/drawingml/2006/main">
            <a:pPr algn="l">
              <a:lnSpc>
                <a:spcPct val="105000"/>
              </a:lnSpc>
              <a:buNone/>
              <a:defRPr sz="1425" b="0">
                <a:solidFill>
                  <a:srgbClr val="343931"/>
                </a:solidFill>
                <a:latin typeface="Arial"/>
                <a:ea typeface="Arial"/>
                <a:cs typeface="Arial"/>
              </a:defRPr>
            </a:pPr>
            <a:r>
              <a:rPr sz="1425" b="0">
                <a:solidFill>
                  <a:srgbClr val="343931"/>
                </a:solidFill>
                <a:latin typeface="Arial"/>
                <a:ea typeface="Arial"/>
                <a:cs typeface="Arial"/>
              </a:rPr>
              <a:t>Use transcript time</a:t>
            </a:r>
          </a:p>
          <a:p xmlns:a="http://schemas.openxmlformats.org/drawingml/2006/main">
            <a:pPr algn="l">
              <a:lnSpc>
                <a:spcPct val="105000"/>
              </a:lnSpc>
              <a:buNone/>
              <a:defRPr sz="1425" b="0">
                <a:solidFill>
                  <a:srgbClr val="343931"/>
                </a:solidFill>
                <a:latin typeface="Arial"/>
                <a:ea typeface="Arial"/>
                <a:cs typeface="Arial"/>
              </a:defRPr>
            </a:pPr>
            <a:r>
              <a:rPr sz="1425" b="0">
                <a:solidFill>
                  <a:srgbClr val="343931"/>
                </a:solidFill>
                <a:latin typeface="Arial"/>
                <a:ea typeface="Arial"/>
                <a:cs typeface="Arial"/>
              </a:rPr>
              <a:t>and source locations.</a:t>
            </a:r>
          </a:p>
        </p:txBody>
      </p:sp>
      <p:sp>
        <p:nvSpPr>
          <p:cNvPr id="14" name="step-2-arrow">
            <a:extLst xmlns:a="http://schemas.openxmlformats.org/drawingml/2006/main">
              <a:ext uri="{FF2B5EF4-FFF2-40B4-BE49-F238E27FC236}">
                <a16:creationId xmlns:a16="http://schemas.microsoft.com/office/drawing/2014/main" id="{5817C935-800A-438D-B2DC-515E2F611967}"/>
              </a:ext>
            </a:extLst>
          </p:cNvPr>
          <p:cNvSpPr>
            <a:spLocks xmlns:a="http://schemas.openxmlformats.org/drawingml/2006/main" noGrp="1"/>
          </p:cNvSpPr>
          <p:nvPr/>
        </p:nvSpPr>
        <p:spPr>
          <a:xfrm xmlns:a="http://schemas.openxmlformats.org/drawingml/2006/main">
            <a:off x="4886325" y="3105150"/>
            <a:ext cx="19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77248"/>
          </a:bodyPr>
          <a:lstStyle xmlns:a="http://schemas.openxmlformats.org/drawingml/2006/main">
            <a:defPPr algn="ctr">
              <a:defRPr sz="1950" b="1">
                <a:solidFill>
                  <a:srgbClr val="6E7166"/>
                </a:solidFill>
                <a:latin typeface="Arial"/>
                <a:ea typeface="Arial"/>
                <a:cs typeface="Arial"/>
              </a:defRPr>
            </a:defPPr>
            <a:lvl1pPr algn="ctr">
              <a:defRPr sz="1950" b="1">
                <a:solidFill>
                  <a:srgbClr val="6E7166"/>
                </a:solidFill>
                <a:latin typeface="Arial"/>
                <a:ea typeface="Arial"/>
                <a:cs typeface="Arial"/>
              </a:defRPr>
            </a:lvl1pPr>
            <a:lvl2pPr algn="ctr">
              <a:defRPr sz="1950" b="1">
                <a:solidFill>
                  <a:srgbClr val="6E7166"/>
                </a:solidFill>
                <a:latin typeface="Arial"/>
                <a:ea typeface="Arial"/>
                <a:cs typeface="Arial"/>
              </a:defRPr>
            </a:lvl2pPr>
            <a:lvl3pPr algn="ctr">
              <a:defRPr sz="1950" b="1">
                <a:solidFill>
                  <a:srgbClr val="6E7166"/>
                </a:solidFill>
                <a:latin typeface="Arial"/>
                <a:ea typeface="Arial"/>
                <a:cs typeface="Arial"/>
              </a:defRPr>
            </a:lvl3pPr>
            <a:lvl4pPr algn="ctr">
              <a:defRPr sz="1950" b="1">
                <a:solidFill>
                  <a:srgbClr val="6E7166"/>
                </a:solidFill>
                <a:latin typeface="Arial"/>
                <a:ea typeface="Arial"/>
                <a:cs typeface="Arial"/>
              </a:defRPr>
            </a:lvl4pPr>
            <a:lvl5pPr algn="ctr">
              <a:defRPr sz="1950" b="1">
                <a:solidFill>
                  <a:srgbClr val="6E7166"/>
                </a:solidFill>
                <a:latin typeface="Arial"/>
                <a:ea typeface="Arial"/>
                <a:cs typeface="Arial"/>
              </a:defRPr>
            </a:lvl5pPr>
            <a:lvl6pPr algn="ctr">
              <a:defRPr sz="1950" b="1">
                <a:solidFill>
                  <a:srgbClr val="6E7166"/>
                </a:solidFill>
                <a:latin typeface="Arial"/>
                <a:ea typeface="Arial"/>
                <a:cs typeface="Arial"/>
              </a:defRPr>
            </a:lvl6pPr>
            <a:lvl7pPr algn="ctr">
              <a:defRPr sz="1950" b="1">
                <a:solidFill>
                  <a:srgbClr val="6E7166"/>
                </a:solidFill>
                <a:latin typeface="Arial"/>
                <a:ea typeface="Arial"/>
                <a:cs typeface="Arial"/>
              </a:defRPr>
            </a:lvl7pPr>
            <a:lvl8pPr algn="ctr">
              <a:defRPr sz="1950" b="1">
                <a:solidFill>
                  <a:srgbClr val="6E7166"/>
                </a:solidFill>
                <a:latin typeface="Arial"/>
                <a:ea typeface="Arial"/>
                <a:cs typeface="Arial"/>
              </a:defRPr>
            </a:lvl8pPr>
            <a:lvl9pPr algn="ctr">
              <a:defRPr sz="1950" b="1">
                <a:solidFill>
                  <a:srgbClr val="6E7166"/>
                </a:solidFill>
                <a:latin typeface="Arial"/>
                <a:ea typeface="Arial"/>
                <a:cs typeface="Arial"/>
              </a:defRPr>
            </a:lvl9pPr>
          </a:lstStyle>
          <a:p xmlns:a="http://schemas.openxmlformats.org/drawingml/2006/main">
            <a:pPr algn="ctr">
              <a:lnSpc>
                <a:spcPct val="105000"/>
              </a:lnSpc>
              <a:buNone/>
              <a:defRPr sz="1950" b="1">
                <a:solidFill>
                  <a:srgbClr val="6E7166"/>
                </a:solidFill>
                <a:latin typeface="Arial"/>
                <a:ea typeface="Arial"/>
                <a:cs typeface="Arial"/>
              </a:defRPr>
            </a:pPr>
            <a:r>
              <a:rPr sz="1950" b="1">
                <a:solidFill>
                  <a:srgbClr val="6E7166"/>
                </a:solidFill>
                <a:latin typeface="Arial"/>
                <a:ea typeface="Arial"/>
                <a:cs typeface="Arial"/>
              </a:rPr>
              <a:t>→</a:t>
            </a:r>
          </a:p>
        </p:txBody>
      </p:sp>
      <p:sp>
        <p:nvSpPr>
          <p:cNvPr id="15" name="step-3-dot">
            <a:extLst xmlns:a="http://schemas.openxmlformats.org/drawingml/2006/main">
              <a:ext uri="{FF2B5EF4-FFF2-40B4-BE49-F238E27FC236}">
                <a16:creationId xmlns:a16="http://schemas.microsoft.com/office/drawing/2014/main" id="{17D64808-1691-4BAC-AEEE-5F075D7CF09A}"/>
              </a:ext>
            </a:extLst>
          </p:cNvPr>
          <p:cNvSpPr>
            <a:spLocks xmlns:a="http://schemas.openxmlformats.org/drawingml/2006/main" noGrp="1"/>
          </p:cNvSpPr>
          <p:nvPr/>
        </p:nvSpPr>
        <p:spPr>
          <a:xfrm xmlns:a="http://schemas.openxmlformats.org/drawingml/2006/main">
            <a:off x="5105400" y="2190750"/>
            <a:ext cx="1981200" cy="47625"/>
          </a:xfrm>
          <a:prstGeom xmlns:a="http://schemas.openxmlformats.org/drawingml/2006/main" prst="ellipse">
            <a:avLst/>
          </a:prstGeom>
          <a:solidFill xmlns:a="http://schemas.openxmlformats.org/drawingml/2006/main">
            <a:srgbClr val="A45232"/>
          </a:solidFill>
          <a:ln xmlns:a="http://schemas.openxmlformats.org/drawingml/2006/main" w="0">
            <a:noFill/>
            <a:prstDash val="solid"/>
          </a:ln>
        </p:spPr>
      </p:sp>
      <p:sp>
        <p:nvSpPr>
          <p:cNvPr id="16" name="step-3-number">
            <a:extLst xmlns:a="http://schemas.openxmlformats.org/drawingml/2006/main">
              <a:ext uri="{FF2B5EF4-FFF2-40B4-BE49-F238E27FC236}">
                <a16:creationId xmlns:a16="http://schemas.microsoft.com/office/drawing/2014/main" id="{FB2A170B-29D3-4AAC-854F-CEE01E863DF5}"/>
              </a:ext>
            </a:extLst>
          </p:cNvPr>
          <p:cNvSpPr>
            <a:spLocks xmlns:a="http://schemas.openxmlformats.org/drawingml/2006/main" noGrp="1"/>
          </p:cNvSpPr>
          <p:nvPr/>
        </p:nvSpPr>
        <p:spPr>
          <a:xfrm xmlns:a="http://schemas.openxmlformats.org/drawingml/2006/main">
            <a:off x="5105400" y="2419350"/>
            <a:ext cx="666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A45232"/>
                </a:solidFill>
                <a:latin typeface="Arial"/>
                <a:ea typeface="Arial"/>
                <a:cs typeface="Arial"/>
              </a:defRPr>
            </a:defPPr>
            <a:lvl1pPr algn="l">
              <a:defRPr sz="1725" b="1">
                <a:solidFill>
                  <a:srgbClr val="A45232"/>
                </a:solidFill>
                <a:latin typeface="Arial"/>
                <a:ea typeface="Arial"/>
                <a:cs typeface="Arial"/>
              </a:defRPr>
            </a:lvl1pPr>
            <a:lvl2pPr algn="l">
              <a:defRPr sz="1725" b="1">
                <a:solidFill>
                  <a:srgbClr val="A45232"/>
                </a:solidFill>
                <a:latin typeface="Arial"/>
                <a:ea typeface="Arial"/>
                <a:cs typeface="Arial"/>
              </a:defRPr>
            </a:lvl2pPr>
            <a:lvl3pPr algn="l">
              <a:defRPr sz="1725" b="1">
                <a:solidFill>
                  <a:srgbClr val="A45232"/>
                </a:solidFill>
                <a:latin typeface="Arial"/>
                <a:ea typeface="Arial"/>
                <a:cs typeface="Arial"/>
              </a:defRPr>
            </a:lvl3pPr>
            <a:lvl4pPr algn="l">
              <a:defRPr sz="1725" b="1">
                <a:solidFill>
                  <a:srgbClr val="A45232"/>
                </a:solidFill>
                <a:latin typeface="Arial"/>
                <a:ea typeface="Arial"/>
                <a:cs typeface="Arial"/>
              </a:defRPr>
            </a:lvl4pPr>
            <a:lvl5pPr algn="l">
              <a:defRPr sz="1725" b="1">
                <a:solidFill>
                  <a:srgbClr val="A45232"/>
                </a:solidFill>
                <a:latin typeface="Arial"/>
                <a:ea typeface="Arial"/>
                <a:cs typeface="Arial"/>
              </a:defRPr>
            </a:lvl5pPr>
            <a:lvl6pPr algn="l">
              <a:defRPr sz="1725" b="1">
                <a:solidFill>
                  <a:srgbClr val="A45232"/>
                </a:solidFill>
                <a:latin typeface="Arial"/>
                <a:ea typeface="Arial"/>
                <a:cs typeface="Arial"/>
              </a:defRPr>
            </a:lvl6pPr>
            <a:lvl7pPr algn="l">
              <a:defRPr sz="1725" b="1">
                <a:solidFill>
                  <a:srgbClr val="A45232"/>
                </a:solidFill>
                <a:latin typeface="Arial"/>
                <a:ea typeface="Arial"/>
                <a:cs typeface="Arial"/>
              </a:defRPr>
            </a:lvl7pPr>
            <a:lvl8pPr algn="l">
              <a:defRPr sz="1725" b="1">
                <a:solidFill>
                  <a:srgbClr val="A45232"/>
                </a:solidFill>
                <a:latin typeface="Arial"/>
                <a:ea typeface="Arial"/>
                <a:cs typeface="Arial"/>
              </a:defRPr>
            </a:lvl8pPr>
            <a:lvl9pPr algn="l">
              <a:defRPr sz="1725" b="1">
                <a:solidFill>
                  <a:srgbClr val="A45232"/>
                </a:solidFill>
                <a:latin typeface="Arial"/>
                <a:ea typeface="Arial"/>
                <a:cs typeface="Arial"/>
              </a:defRPr>
            </a:lvl9pPr>
          </a:lstStyle>
          <a:p xmlns:a="http://schemas.openxmlformats.org/drawingml/2006/main">
            <a:pPr algn="l">
              <a:lnSpc>
                <a:spcPct val="105000"/>
              </a:lnSpc>
              <a:buNone/>
              <a:defRPr sz="1725" b="1">
                <a:solidFill>
                  <a:srgbClr val="A45232"/>
                </a:solidFill>
                <a:latin typeface="Arial"/>
                <a:ea typeface="Arial"/>
                <a:cs typeface="Arial"/>
              </a:defRPr>
            </a:pPr>
            <a:r>
              <a:rPr sz="1725" b="1">
                <a:solidFill>
                  <a:srgbClr val="A45232"/>
                </a:solidFill>
                <a:latin typeface="Arial"/>
                <a:ea typeface="Arial"/>
                <a:cs typeface="Arial"/>
              </a:rPr>
              <a:t>03</a:t>
            </a:r>
          </a:p>
        </p:txBody>
      </p:sp>
      <p:sp>
        <p:nvSpPr>
          <p:cNvPr id="17" name="step-3-title">
            <a:extLst xmlns:a="http://schemas.openxmlformats.org/drawingml/2006/main">
              <a:ext uri="{FF2B5EF4-FFF2-40B4-BE49-F238E27FC236}">
                <a16:creationId xmlns:a16="http://schemas.microsoft.com/office/drawing/2014/main" id="{CB91A2C6-1DEC-4C40-9D10-A25B77327D89}"/>
              </a:ext>
            </a:extLst>
          </p:cNvPr>
          <p:cNvSpPr>
            <a:spLocks xmlns:a="http://schemas.openxmlformats.org/drawingml/2006/main" noGrp="1"/>
          </p:cNvSpPr>
          <p:nvPr/>
        </p:nvSpPr>
        <p:spPr>
          <a:xfrm xmlns:a="http://schemas.openxmlformats.org/drawingml/2006/main">
            <a:off x="5105400" y="3009900"/>
            <a:ext cx="1981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253B30"/>
                </a:solidFill>
                <a:latin typeface="Arial"/>
                <a:ea typeface="Arial"/>
                <a:cs typeface="Arial"/>
              </a:defRPr>
            </a:defPPr>
            <a:lvl1pPr algn="l">
              <a:defRPr sz="1875" b="1">
                <a:solidFill>
                  <a:srgbClr val="253B30"/>
                </a:solidFill>
                <a:latin typeface="Arial"/>
                <a:ea typeface="Arial"/>
                <a:cs typeface="Arial"/>
              </a:defRPr>
            </a:lvl1pPr>
            <a:lvl2pPr algn="l">
              <a:defRPr sz="1875" b="1">
                <a:solidFill>
                  <a:srgbClr val="253B30"/>
                </a:solidFill>
                <a:latin typeface="Arial"/>
                <a:ea typeface="Arial"/>
                <a:cs typeface="Arial"/>
              </a:defRPr>
            </a:lvl2pPr>
            <a:lvl3pPr algn="l">
              <a:defRPr sz="1875" b="1">
                <a:solidFill>
                  <a:srgbClr val="253B30"/>
                </a:solidFill>
                <a:latin typeface="Arial"/>
                <a:ea typeface="Arial"/>
                <a:cs typeface="Arial"/>
              </a:defRPr>
            </a:lvl3pPr>
            <a:lvl4pPr algn="l">
              <a:defRPr sz="1875" b="1">
                <a:solidFill>
                  <a:srgbClr val="253B30"/>
                </a:solidFill>
                <a:latin typeface="Arial"/>
                <a:ea typeface="Arial"/>
                <a:cs typeface="Arial"/>
              </a:defRPr>
            </a:lvl4pPr>
            <a:lvl5pPr algn="l">
              <a:defRPr sz="1875" b="1">
                <a:solidFill>
                  <a:srgbClr val="253B30"/>
                </a:solidFill>
                <a:latin typeface="Arial"/>
                <a:ea typeface="Arial"/>
                <a:cs typeface="Arial"/>
              </a:defRPr>
            </a:lvl5pPr>
            <a:lvl6pPr algn="l">
              <a:defRPr sz="1875" b="1">
                <a:solidFill>
                  <a:srgbClr val="253B30"/>
                </a:solidFill>
                <a:latin typeface="Arial"/>
                <a:ea typeface="Arial"/>
                <a:cs typeface="Arial"/>
              </a:defRPr>
            </a:lvl6pPr>
            <a:lvl7pPr algn="l">
              <a:defRPr sz="1875" b="1">
                <a:solidFill>
                  <a:srgbClr val="253B30"/>
                </a:solidFill>
                <a:latin typeface="Arial"/>
                <a:ea typeface="Arial"/>
                <a:cs typeface="Arial"/>
              </a:defRPr>
            </a:lvl7pPr>
            <a:lvl8pPr algn="l">
              <a:defRPr sz="1875" b="1">
                <a:solidFill>
                  <a:srgbClr val="253B30"/>
                </a:solidFill>
                <a:latin typeface="Arial"/>
                <a:ea typeface="Arial"/>
                <a:cs typeface="Arial"/>
              </a:defRPr>
            </a:lvl8pPr>
            <a:lvl9pPr algn="l">
              <a:defRPr sz="1875" b="1">
                <a:solidFill>
                  <a:srgbClr val="253B30"/>
                </a:solidFill>
                <a:latin typeface="Arial"/>
                <a:ea typeface="Arial"/>
                <a:cs typeface="Arial"/>
              </a:defRPr>
            </a:lvl9pPr>
          </a:lstStyle>
          <a:p xmlns:a="http://schemas.openxmlformats.org/drawingml/2006/main">
            <a:pPr algn="l">
              <a:lnSpc>
                <a:spcPct val="105000"/>
              </a:lnSpc>
              <a:buNone/>
              <a:defRPr sz="1875" b="1">
                <a:solidFill>
                  <a:srgbClr val="253B30"/>
                </a:solidFill>
                <a:latin typeface="Arial"/>
                <a:ea typeface="Arial"/>
                <a:cs typeface="Arial"/>
              </a:defRPr>
            </a:pPr>
            <a:r>
              <a:rPr sz="1875" b="1">
                <a:solidFill>
                  <a:srgbClr val="253B30"/>
                </a:solidFill>
                <a:latin typeface="Arial"/>
                <a:ea typeface="Arial"/>
                <a:cs typeface="Arial"/>
              </a:rPr>
              <a:t>Ask in context</a:t>
            </a:r>
          </a:p>
        </p:txBody>
      </p:sp>
      <p:sp>
        <p:nvSpPr>
          <p:cNvPr id="18" name="step-3-body">
            <a:extLst xmlns:a="http://schemas.openxmlformats.org/drawingml/2006/main">
              <a:ext uri="{FF2B5EF4-FFF2-40B4-BE49-F238E27FC236}">
                <a16:creationId xmlns:a16="http://schemas.microsoft.com/office/drawing/2014/main" id="{4124A9AE-0415-4DB5-A7A4-855FE3CE1B63}"/>
              </a:ext>
            </a:extLst>
          </p:cNvPr>
          <p:cNvSpPr>
            <a:spLocks xmlns:a="http://schemas.openxmlformats.org/drawingml/2006/main" noGrp="1"/>
          </p:cNvSpPr>
          <p:nvPr/>
        </p:nvSpPr>
        <p:spPr>
          <a:xfrm xmlns:a="http://schemas.openxmlformats.org/drawingml/2006/main">
            <a:off x="5105400" y="3686175"/>
            <a:ext cx="19812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343931"/>
                </a:solidFill>
                <a:latin typeface="Arial"/>
                <a:ea typeface="Arial"/>
                <a:cs typeface="Arial"/>
              </a:defRPr>
            </a:defPPr>
            <a:lvl1pPr algn="l">
              <a:defRPr sz="1425" b="0">
                <a:solidFill>
                  <a:srgbClr val="343931"/>
                </a:solidFill>
                <a:latin typeface="Arial"/>
                <a:ea typeface="Arial"/>
                <a:cs typeface="Arial"/>
              </a:defRPr>
            </a:lvl1pPr>
            <a:lvl2pPr algn="l">
              <a:defRPr sz="1425" b="0">
                <a:solidFill>
                  <a:srgbClr val="343931"/>
                </a:solidFill>
                <a:latin typeface="Arial"/>
                <a:ea typeface="Arial"/>
                <a:cs typeface="Arial"/>
              </a:defRPr>
            </a:lvl2pPr>
            <a:lvl3pPr algn="l">
              <a:defRPr sz="1425" b="0">
                <a:solidFill>
                  <a:srgbClr val="343931"/>
                </a:solidFill>
                <a:latin typeface="Arial"/>
                <a:ea typeface="Arial"/>
                <a:cs typeface="Arial"/>
              </a:defRPr>
            </a:lvl3pPr>
            <a:lvl4pPr algn="l">
              <a:defRPr sz="1425" b="0">
                <a:solidFill>
                  <a:srgbClr val="343931"/>
                </a:solidFill>
                <a:latin typeface="Arial"/>
                <a:ea typeface="Arial"/>
                <a:cs typeface="Arial"/>
              </a:defRPr>
            </a:lvl4pPr>
            <a:lvl5pPr algn="l">
              <a:defRPr sz="1425" b="0">
                <a:solidFill>
                  <a:srgbClr val="343931"/>
                </a:solidFill>
                <a:latin typeface="Arial"/>
                <a:ea typeface="Arial"/>
                <a:cs typeface="Arial"/>
              </a:defRPr>
            </a:lvl5pPr>
            <a:lvl6pPr algn="l">
              <a:defRPr sz="1425" b="0">
                <a:solidFill>
                  <a:srgbClr val="343931"/>
                </a:solidFill>
                <a:latin typeface="Arial"/>
                <a:ea typeface="Arial"/>
                <a:cs typeface="Arial"/>
              </a:defRPr>
            </a:lvl6pPr>
            <a:lvl7pPr algn="l">
              <a:defRPr sz="1425" b="0">
                <a:solidFill>
                  <a:srgbClr val="343931"/>
                </a:solidFill>
                <a:latin typeface="Arial"/>
                <a:ea typeface="Arial"/>
                <a:cs typeface="Arial"/>
              </a:defRPr>
            </a:lvl7pPr>
            <a:lvl8pPr algn="l">
              <a:defRPr sz="1425" b="0">
                <a:solidFill>
                  <a:srgbClr val="343931"/>
                </a:solidFill>
                <a:latin typeface="Arial"/>
                <a:ea typeface="Arial"/>
                <a:cs typeface="Arial"/>
              </a:defRPr>
            </a:lvl8pPr>
            <a:lvl9pPr algn="l">
              <a:defRPr sz="1425" b="0">
                <a:solidFill>
                  <a:srgbClr val="343931"/>
                </a:solidFill>
                <a:latin typeface="Arial"/>
                <a:ea typeface="Arial"/>
                <a:cs typeface="Arial"/>
              </a:defRPr>
            </a:lvl9pPr>
          </a:lstStyle>
          <a:p xmlns:a="http://schemas.openxmlformats.org/drawingml/2006/main">
            <a:pPr algn="l">
              <a:lnSpc>
                <a:spcPct val="105000"/>
              </a:lnSpc>
              <a:buNone/>
              <a:defRPr sz="1425" b="0">
                <a:solidFill>
                  <a:srgbClr val="343931"/>
                </a:solidFill>
                <a:latin typeface="Arial"/>
                <a:ea typeface="Arial"/>
                <a:cs typeface="Arial"/>
              </a:defRPr>
            </a:pPr>
            <a:r>
              <a:rPr sz="1425" b="0">
                <a:solidFill>
                  <a:srgbClr val="343931"/>
                </a:solidFill>
                <a:latin typeface="Arial"/>
                <a:ea typeface="Arial"/>
                <a:cs typeface="Arial"/>
              </a:rPr>
              <a:t>Questions use only</a:t>
            </a:r>
          </a:p>
          <a:p xmlns:a="http://schemas.openxmlformats.org/drawingml/2006/main">
            <a:pPr algn="l">
              <a:lnSpc>
                <a:spcPct val="105000"/>
              </a:lnSpc>
              <a:buNone/>
              <a:defRPr sz="1425" b="0">
                <a:solidFill>
                  <a:srgbClr val="343931"/>
                </a:solidFill>
                <a:latin typeface="Arial"/>
                <a:ea typeface="Arial"/>
                <a:cs typeface="Arial"/>
              </a:defRPr>
            </a:pPr>
            <a:r>
              <a:rPr sz="1425" b="0">
                <a:solidFill>
                  <a:srgbClr val="343931"/>
                </a:solidFill>
                <a:latin typeface="Arial"/>
                <a:ea typeface="Arial"/>
                <a:cs typeface="Arial"/>
              </a:rPr>
              <a:t>eligible material.</a:t>
            </a:r>
          </a:p>
        </p:txBody>
      </p:sp>
      <p:sp>
        <p:nvSpPr>
          <p:cNvPr id="19" name="step-3-arrow">
            <a:extLst xmlns:a="http://schemas.openxmlformats.org/drawingml/2006/main">
              <a:ext uri="{FF2B5EF4-FFF2-40B4-BE49-F238E27FC236}">
                <a16:creationId xmlns:a16="http://schemas.microsoft.com/office/drawing/2014/main" id="{E028E1CF-C984-4B6A-BD65-70662A30C5C3}"/>
              </a:ext>
            </a:extLst>
          </p:cNvPr>
          <p:cNvSpPr>
            <a:spLocks xmlns:a="http://schemas.openxmlformats.org/drawingml/2006/main" noGrp="1"/>
          </p:cNvSpPr>
          <p:nvPr/>
        </p:nvSpPr>
        <p:spPr>
          <a:xfrm xmlns:a="http://schemas.openxmlformats.org/drawingml/2006/main">
            <a:off x="7134225" y="3105150"/>
            <a:ext cx="19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77248"/>
          </a:bodyPr>
          <a:lstStyle xmlns:a="http://schemas.openxmlformats.org/drawingml/2006/main">
            <a:defPPr algn="ctr">
              <a:defRPr sz="1950" b="1">
                <a:solidFill>
                  <a:srgbClr val="6E7166"/>
                </a:solidFill>
                <a:latin typeface="Arial"/>
                <a:ea typeface="Arial"/>
                <a:cs typeface="Arial"/>
              </a:defRPr>
            </a:defPPr>
            <a:lvl1pPr algn="ctr">
              <a:defRPr sz="1950" b="1">
                <a:solidFill>
                  <a:srgbClr val="6E7166"/>
                </a:solidFill>
                <a:latin typeface="Arial"/>
                <a:ea typeface="Arial"/>
                <a:cs typeface="Arial"/>
              </a:defRPr>
            </a:lvl1pPr>
            <a:lvl2pPr algn="ctr">
              <a:defRPr sz="1950" b="1">
                <a:solidFill>
                  <a:srgbClr val="6E7166"/>
                </a:solidFill>
                <a:latin typeface="Arial"/>
                <a:ea typeface="Arial"/>
                <a:cs typeface="Arial"/>
              </a:defRPr>
            </a:lvl2pPr>
            <a:lvl3pPr algn="ctr">
              <a:defRPr sz="1950" b="1">
                <a:solidFill>
                  <a:srgbClr val="6E7166"/>
                </a:solidFill>
                <a:latin typeface="Arial"/>
                <a:ea typeface="Arial"/>
                <a:cs typeface="Arial"/>
              </a:defRPr>
            </a:lvl3pPr>
            <a:lvl4pPr algn="ctr">
              <a:defRPr sz="1950" b="1">
                <a:solidFill>
                  <a:srgbClr val="6E7166"/>
                </a:solidFill>
                <a:latin typeface="Arial"/>
                <a:ea typeface="Arial"/>
                <a:cs typeface="Arial"/>
              </a:defRPr>
            </a:lvl4pPr>
            <a:lvl5pPr algn="ctr">
              <a:defRPr sz="1950" b="1">
                <a:solidFill>
                  <a:srgbClr val="6E7166"/>
                </a:solidFill>
                <a:latin typeface="Arial"/>
                <a:ea typeface="Arial"/>
                <a:cs typeface="Arial"/>
              </a:defRPr>
            </a:lvl5pPr>
            <a:lvl6pPr algn="ctr">
              <a:defRPr sz="1950" b="1">
                <a:solidFill>
                  <a:srgbClr val="6E7166"/>
                </a:solidFill>
                <a:latin typeface="Arial"/>
                <a:ea typeface="Arial"/>
                <a:cs typeface="Arial"/>
              </a:defRPr>
            </a:lvl6pPr>
            <a:lvl7pPr algn="ctr">
              <a:defRPr sz="1950" b="1">
                <a:solidFill>
                  <a:srgbClr val="6E7166"/>
                </a:solidFill>
                <a:latin typeface="Arial"/>
                <a:ea typeface="Arial"/>
                <a:cs typeface="Arial"/>
              </a:defRPr>
            </a:lvl7pPr>
            <a:lvl8pPr algn="ctr">
              <a:defRPr sz="1950" b="1">
                <a:solidFill>
                  <a:srgbClr val="6E7166"/>
                </a:solidFill>
                <a:latin typeface="Arial"/>
                <a:ea typeface="Arial"/>
                <a:cs typeface="Arial"/>
              </a:defRPr>
            </a:lvl8pPr>
            <a:lvl9pPr algn="ctr">
              <a:defRPr sz="1950" b="1">
                <a:solidFill>
                  <a:srgbClr val="6E7166"/>
                </a:solidFill>
                <a:latin typeface="Arial"/>
                <a:ea typeface="Arial"/>
                <a:cs typeface="Arial"/>
              </a:defRPr>
            </a:lvl9pPr>
          </a:lstStyle>
          <a:p xmlns:a="http://schemas.openxmlformats.org/drawingml/2006/main">
            <a:pPr algn="ctr">
              <a:lnSpc>
                <a:spcPct val="105000"/>
              </a:lnSpc>
              <a:buNone/>
              <a:defRPr sz="1950" b="1">
                <a:solidFill>
                  <a:srgbClr val="6E7166"/>
                </a:solidFill>
                <a:latin typeface="Arial"/>
                <a:ea typeface="Arial"/>
                <a:cs typeface="Arial"/>
              </a:defRPr>
            </a:pPr>
            <a:r>
              <a:rPr sz="1950" b="1">
                <a:solidFill>
                  <a:srgbClr val="6E7166"/>
                </a:solidFill>
                <a:latin typeface="Arial"/>
                <a:ea typeface="Arial"/>
                <a:cs typeface="Arial"/>
              </a:rPr>
              <a:t>→</a:t>
            </a:r>
          </a:p>
        </p:txBody>
      </p:sp>
      <p:sp>
        <p:nvSpPr>
          <p:cNvPr id="20" name="step-4-dot">
            <a:extLst xmlns:a="http://schemas.openxmlformats.org/drawingml/2006/main">
              <a:ext uri="{FF2B5EF4-FFF2-40B4-BE49-F238E27FC236}">
                <a16:creationId xmlns:a16="http://schemas.microsoft.com/office/drawing/2014/main" id="{DB6FA44B-F209-4756-92EB-799672AACEA7}"/>
              </a:ext>
            </a:extLst>
          </p:cNvPr>
          <p:cNvSpPr>
            <a:spLocks xmlns:a="http://schemas.openxmlformats.org/drawingml/2006/main" noGrp="1"/>
          </p:cNvSpPr>
          <p:nvPr/>
        </p:nvSpPr>
        <p:spPr>
          <a:xfrm xmlns:a="http://schemas.openxmlformats.org/drawingml/2006/main">
            <a:off x="7353300" y="2190750"/>
            <a:ext cx="1981200" cy="47625"/>
          </a:xfrm>
          <a:prstGeom xmlns:a="http://schemas.openxmlformats.org/drawingml/2006/main" prst="ellipse">
            <a:avLst/>
          </a:prstGeom>
          <a:solidFill xmlns:a="http://schemas.openxmlformats.org/drawingml/2006/main">
            <a:srgbClr val="A45232"/>
          </a:solidFill>
          <a:ln xmlns:a="http://schemas.openxmlformats.org/drawingml/2006/main" w="0">
            <a:noFill/>
            <a:prstDash val="solid"/>
          </a:ln>
        </p:spPr>
      </p:sp>
      <p:sp>
        <p:nvSpPr>
          <p:cNvPr id="21" name="step-4-number">
            <a:extLst xmlns:a="http://schemas.openxmlformats.org/drawingml/2006/main">
              <a:ext uri="{FF2B5EF4-FFF2-40B4-BE49-F238E27FC236}">
                <a16:creationId xmlns:a16="http://schemas.microsoft.com/office/drawing/2014/main" id="{7DDCEC72-97A6-448E-8024-ABDFD94CEE0E}"/>
              </a:ext>
            </a:extLst>
          </p:cNvPr>
          <p:cNvSpPr>
            <a:spLocks xmlns:a="http://schemas.openxmlformats.org/drawingml/2006/main" noGrp="1"/>
          </p:cNvSpPr>
          <p:nvPr/>
        </p:nvSpPr>
        <p:spPr>
          <a:xfrm xmlns:a="http://schemas.openxmlformats.org/drawingml/2006/main">
            <a:off x="7353300" y="2419350"/>
            <a:ext cx="666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A45232"/>
                </a:solidFill>
                <a:latin typeface="Arial"/>
                <a:ea typeface="Arial"/>
                <a:cs typeface="Arial"/>
              </a:defRPr>
            </a:defPPr>
            <a:lvl1pPr algn="l">
              <a:defRPr sz="1725" b="1">
                <a:solidFill>
                  <a:srgbClr val="A45232"/>
                </a:solidFill>
                <a:latin typeface="Arial"/>
                <a:ea typeface="Arial"/>
                <a:cs typeface="Arial"/>
              </a:defRPr>
            </a:lvl1pPr>
            <a:lvl2pPr algn="l">
              <a:defRPr sz="1725" b="1">
                <a:solidFill>
                  <a:srgbClr val="A45232"/>
                </a:solidFill>
                <a:latin typeface="Arial"/>
                <a:ea typeface="Arial"/>
                <a:cs typeface="Arial"/>
              </a:defRPr>
            </a:lvl2pPr>
            <a:lvl3pPr algn="l">
              <a:defRPr sz="1725" b="1">
                <a:solidFill>
                  <a:srgbClr val="A45232"/>
                </a:solidFill>
                <a:latin typeface="Arial"/>
                <a:ea typeface="Arial"/>
                <a:cs typeface="Arial"/>
              </a:defRPr>
            </a:lvl3pPr>
            <a:lvl4pPr algn="l">
              <a:defRPr sz="1725" b="1">
                <a:solidFill>
                  <a:srgbClr val="A45232"/>
                </a:solidFill>
                <a:latin typeface="Arial"/>
                <a:ea typeface="Arial"/>
                <a:cs typeface="Arial"/>
              </a:defRPr>
            </a:lvl4pPr>
            <a:lvl5pPr algn="l">
              <a:defRPr sz="1725" b="1">
                <a:solidFill>
                  <a:srgbClr val="A45232"/>
                </a:solidFill>
                <a:latin typeface="Arial"/>
                <a:ea typeface="Arial"/>
                <a:cs typeface="Arial"/>
              </a:defRPr>
            </a:lvl5pPr>
            <a:lvl6pPr algn="l">
              <a:defRPr sz="1725" b="1">
                <a:solidFill>
                  <a:srgbClr val="A45232"/>
                </a:solidFill>
                <a:latin typeface="Arial"/>
                <a:ea typeface="Arial"/>
                <a:cs typeface="Arial"/>
              </a:defRPr>
            </a:lvl6pPr>
            <a:lvl7pPr algn="l">
              <a:defRPr sz="1725" b="1">
                <a:solidFill>
                  <a:srgbClr val="A45232"/>
                </a:solidFill>
                <a:latin typeface="Arial"/>
                <a:ea typeface="Arial"/>
                <a:cs typeface="Arial"/>
              </a:defRPr>
            </a:lvl7pPr>
            <a:lvl8pPr algn="l">
              <a:defRPr sz="1725" b="1">
                <a:solidFill>
                  <a:srgbClr val="A45232"/>
                </a:solidFill>
                <a:latin typeface="Arial"/>
                <a:ea typeface="Arial"/>
                <a:cs typeface="Arial"/>
              </a:defRPr>
            </a:lvl8pPr>
            <a:lvl9pPr algn="l">
              <a:defRPr sz="1725" b="1">
                <a:solidFill>
                  <a:srgbClr val="A45232"/>
                </a:solidFill>
                <a:latin typeface="Arial"/>
                <a:ea typeface="Arial"/>
                <a:cs typeface="Arial"/>
              </a:defRPr>
            </a:lvl9pPr>
          </a:lstStyle>
          <a:p xmlns:a="http://schemas.openxmlformats.org/drawingml/2006/main">
            <a:pPr algn="l">
              <a:lnSpc>
                <a:spcPct val="105000"/>
              </a:lnSpc>
              <a:buNone/>
              <a:defRPr sz="1725" b="1">
                <a:solidFill>
                  <a:srgbClr val="A45232"/>
                </a:solidFill>
                <a:latin typeface="Arial"/>
                <a:ea typeface="Arial"/>
                <a:cs typeface="Arial"/>
              </a:defRPr>
            </a:pPr>
            <a:r>
              <a:rPr sz="1725" b="1">
                <a:solidFill>
                  <a:srgbClr val="A45232"/>
                </a:solidFill>
                <a:latin typeface="Arial"/>
                <a:ea typeface="Arial"/>
                <a:cs typeface="Arial"/>
              </a:rPr>
              <a:t>04</a:t>
            </a:r>
          </a:p>
        </p:txBody>
      </p:sp>
      <p:sp>
        <p:nvSpPr>
          <p:cNvPr id="22" name="step-4-title">
            <a:extLst xmlns:a="http://schemas.openxmlformats.org/drawingml/2006/main">
              <a:ext uri="{FF2B5EF4-FFF2-40B4-BE49-F238E27FC236}">
                <a16:creationId xmlns:a16="http://schemas.microsoft.com/office/drawing/2014/main" id="{2C09796B-BFCC-4114-A15A-5DF86B51351D}"/>
              </a:ext>
            </a:extLst>
          </p:cNvPr>
          <p:cNvSpPr>
            <a:spLocks xmlns:a="http://schemas.openxmlformats.org/drawingml/2006/main" noGrp="1"/>
          </p:cNvSpPr>
          <p:nvPr/>
        </p:nvSpPr>
        <p:spPr>
          <a:xfrm xmlns:a="http://schemas.openxmlformats.org/drawingml/2006/main">
            <a:off x="7353300" y="3009900"/>
            <a:ext cx="1981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706"/>
          </a:bodyPr>
          <a:lstStyle xmlns:a="http://schemas.openxmlformats.org/drawingml/2006/main">
            <a:defPPr algn="l">
              <a:defRPr sz="1875" b="1">
                <a:solidFill>
                  <a:srgbClr val="253B30"/>
                </a:solidFill>
                <a:latin typeface="Arial"/>
                <a:ea typeface="Arial"/>
                <a:cs typeface="Arial"/>
              </a:defRPr>
            </a:defPPr>
            <a:lvl1pPr algn="l">
              <a:defRPr sz="1875" b="1">
                <a:solidFill>
                  <a:srgbClr val="253B30"/>
                </a:solidFill>
                <a:latin typeface="Arial"/>
                <a:ea typeface="Arial"/>
                <a:cs typeface="Arial"/>
              </a:defRPr>
            </a:lvl1pPr>
            <a:lvl2pPr algn="l">
              <a:defRPr sz="1875" b="1">
                <a:solidFill>
                  <a:srgbClr val="253B30"/>
                </a:solidFill>
                <a:latin typeface="Arial"/>
                <a:ea typeface="Arial"/>
                <a:cs typeface="Arial"/>
              </a:defRPr>
            </a:lvl2pPr>
            <a:lvl3pPr algn="l">
              <a:defRPr sz="1875" b="1">
                <a:solidFill>
                  <a:srgbClr val="253B30"/>
                </a:solidFill>
                <a:latin typeface="Arial"/>
                <a:ea typeface="Arial"/>
                <a:cs typeface="Arial"/>
              </a:defRPr>
            </a:lvl3pPr>
            <a:lvl4pPr algn="l">
              <a:defRPr sz="1875" b="1">
                <a:solidFill>
                  <a:srgbClr val="253B30"/>
                </a:solidFill>
                <a:latin typeface="Arial"/>
                <a:ea typeface="Arial"/>
                <a:cs typeface="Arial"/>
              </a:defRPr>
            </a:lvl4pPr>
            <a:lvl5pPr algn="l">
              <a:defRPr sz="1875" b="1">
                <a:solidFill>
                  <a:srgbClr val="253B30"/>
                </a:solidFill>
                <a:latin typeface="Arial"/>
                <a:ea typeface="Arial"/>
                <a:cs typeface="Arial"/>
              </a:defRPr>
            </a:lvl5pPr>
            <a:lvl6pPr algn="l">
              <a:defRPr sz="1875" b="1">
                <a:solidFill>
                  <a:srgbClr val="253B30"/>
                </a:solidFill>
                <a:latin typeface="Arial"/>
                <a:ea typeface="Arial"/>
                <a:cs typeface="Arial"/>
              </a:defRPr>
            </a:lvl6pPr>
            <a:lvl7pPr algn="l">
              <a:defRPr sz="1875" b="1">
                <a:solidFill>
                  <a:srgbClr val="253B30"/>
                </a:solidFill>
                <a:latin typeface="Arial"/>
                <a:ea typeface="Arial"/>
                <a:cs typeface="Arial"/>
              </a:defRPr>
            </a:lvl7pPr>
            <a:lvl8pPr algn="l">
              <a:defRPr sz="1875" b="1">
                <a:solidFill>
                  <a:srgbClr val="253B30"/>
                </a:solidFill>
                <a:latin typeface="Arial"/>
                <a:ea typeface="Arial"/>
                <a:cs typeface="Arial"/>
              </a:defRPr>
            </a:lvl8pPr>
            <a:lvl9pPr algn="l">
              <a:defRPr sz="1875" b="1">
                <a:solidFill>
                  <a:srgbClr val="253B30"/>
                </a:solidFill>
                <a:latin typeface="Arial"/>
                <a:ea typeface="Arial"/>
                <a:cs typeface="Arial"/>
              </a:defRPr>
            </a:lvl9pPr>
          </a:lstStyle>
          <a:p xmlns:a="http://schemas.openxmlformats.org/drawingml/2006/main">
            <a:pPr algn="l">
              <a:lnSpc>
                <a:spcPct val="105000"/>
              </a:lnSpc>
              <a:buNone/>
              <a:defRPr sz="1875" b="1">
                <a:solidFill>
                  <a:srgbClr val="253B30"/>
                </a:solidFill>
                <a:latin typeface="Arial"/>
                <a:ea typeface="Arial"/>
                <a:cs typeface="Arial"/>
              </a:defRPr>
            </a:pPr>
            <a:r>
              <a:rPr sz="1875" b="1">
                <a:solidFill>
                  <a:srgbClr val="253B30"/>
                </a:solidFill>
                <a:latin typeface="Arial"/>
                <a:ea typeface="Arial"/>
                <a:cs typeface="Arial"/>
              </a:rPr>
              <a:t>Check the answer</a:t>
            </a:r>
          </a:p>
        </p:txBody>
      </p:sp>
      <p:sp>
        <p:nvSpPr>
          <p:cNvPr id="23" name="step-4-body">
            <a:extLst xmlns:a="http://schemas.openxmlformats.org/drawingml/2006/main">
              <a:ext uri="{FF2B5EF4-FFF2-40B4-BE49-F238E27FC236}">
                <a16:creationId xmlns:a16="http://schemas.microsoft.com/office/drawing/2014/main" id="{034F5DFA-03E3-4B22-9890-D4186880CFC5}"/>
              </a:ext>
            </a:extLst>
          </p:cNvPr>
          <p:cNvSpPr>
            <a:spLocks xmlns:a="http://schemas.openxmlformats.org/drawingml/2006/main" noGrp="1"/>
          </p:cNvSpPr>
          <p:nvPr/>
        </p:nvSpPr>
        <p:spPr>
          <a:xfrm xmlns:a="http://schemas.openxmlformats.org/drawingml/2006/main">
            <a:off x="7353300" y="3686175"/>
            <a:ext cx="19812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343931"/>
                </a:solidFill>
                <a:latin typeface="Arial"/>
                <a:ea typeface="Arial"/>
                <a:cs typeface="Arial"/>
              </a:defRPr>
            </a:defPPr>
            <a:lvl1pPr algn="l">
              <a:defRPr sz="1425" b="0">
                <a:solidFill>
                  <a:srgbClr val="343931"/>
                </a:solidFill>
                <a:latin typeface="Arial"/>
                <a:ea typeface="Arial"/>
                <a:cs typeface="Arial"/>
              </a:defRPr>
            </a:lvl1pPr>
            <a:lvl2pPr algn="l">
              <a:defRPr sz="1425" b="0">
                <a:solidFill>
                  <a:srgbClr val="343931"/>
                </a:solidFill>
                <a:latin typeface="Arial"/>
                <a:ea typeface="Arial"/>
                <a:cs typeface="Arial"/>
              </a:defRPr>
            </a:lvl2pPr>
            <a:lvl3pPr algn="l">
              <a:defRPr sz="1425" b="0">
                <a:solidFill>
                  <a:srgbClr val="343931"/>
                </a:solidFill>
                <a:latin typeface="Arial"/>
                <a:ea typeface="Arial"/>
                <a:cs typeface="Arial"/>
              </a:defRPr>
            </a:lvl3pPr>
            <a:lvl4pPr algn="l">
              <a:defRPr sz="1425" b="0">
                <a:solidFill>
                  <a:srgbClr val="343931"/>
                </a:solidFill>
                <a:latin typeface="Arial"/>
                <a:ea typeface="Arial"/>
                <a:cs typeface="Arial"/>
              </a:defRPr>
            </a:lvl4pPr>
            <a:lvl5pPr algn="l">
              <a:defRPr sz="1425" b="0">
                <a:solidFill>
                  <a:srgbClr val="343931"/>
                </a:solidFill>
                <a:latin typeface="Arial"/>
                <a:ea typeface="Arial"/>
                <a:cs typeface="Arial"/>
              </a:defRPr>
            </a:lvl5pPr>
            <a:lvl6pPr algn="l">
              <a:defRPr sz="1425" b="0">
                <a:solidFill>
                  <a:srgbClr val="343931"/>
                </a:solidFill>
                <a:latin typeface="Arial"/>
                <a:ea typeface="Arial"/>
                <a:cs typeface="Arial"/>
              </a:defRPr>
            </a:lvl6pPr>
            <a:lvl7pPr algn="l">
              <a:defRPr sz="1425" b="0">
                <a:solidFill>
                  <a:srgbClr val="343931"/>
                </a:solidFill>
                <a:latin typeface="Arial"/>
                <a:ea typeface="Arial"/>
                <a:cs typeface="Arial"/>
              </a:defRPr>
            </a:lvl7pPr>
            <a:lvl8pPr algn="l">
              <a:defRPr sz="1425" b="0">
                <a:solidFill>
                  <a:srgbClr val="343931"/>
                </a:solidFill>
                <a:latin typeface="Arial"/>
                <a:ea typeface="Arial"/>
                <a:cs typeface="Arial"/>
              </a:defRPr>
            </a:lvl8pPr>
            <a:lvl9pPr algn="l">
              <a:defRPr sz="1425" b="0">
                <a:solidFill>
                  <a:srgbClr val="343931"/>
                </a:solidFill>
                <a:latin typeface="Arial"/>
                <a:ea typeface="Arial"/>
                <a:cs typeface="Arial"/>
              </a:defRPr>
            </a:lvl9pPr>
          </a:lstStyle>
          <a:p xmlns:a="http://schemas.openxmlformats.org/drawingml/2006/main">
            <a:pPr algn="l">
              <a:lnSpc>
                <a:spcPct val="105000"/>
              </a:lnSpc>
              <a:buNone/>
              <a:defRPr sz="1425" b="0">
                <a:solidFill>
                  <a:srgbClr val="343931"/>
                </a:solidFill>
                <a:latin typeface="Arial"/>
                <a:ea typeface="Arial"/>
                <a:cs typeface="Arial"/>
              </a:defRPr>
            </a:pPr>
            <a:r>
              <a:rPr sz="1425" b="0">
                <a:solidFill>
                  <a:srgbClr val="343931"/>
                </a:solidFill>
                <a:latin typeface="Arial"/>
                <a:ea typeface="Arial"/>
                <a:cs typeface="Arial"/>
              </a:rPr>
              <a:t>Open citations at a</a:t>
            </a:r>
          </a:p>
          <a:p xmlns:a="http://schemas.openxmlformats.org/drawingml/2006/main">
            <a:pPr algn="l">
              <a:lnSpc>
                <a:spcPct val="105000"/>
              </a:lnSpc>
              <a:buNone/>
              <a:defRPr sz="1425" b="0">
                <a:solidFill>
                  <a:srgbClr val="343931"/>
                </a:solidFill>
                <a:latin typeface="Arial"/>
                <a:ea typeface="Arial"/>
                <a:cs typeface="Arial"/>
              </a:defRPr>
            </a:pPr>
            <a:r>
              <a:rPr sz="1425" b="0">
                <a:solidFill>
                  <a:srgbClr val="343931"/>
                </a:solidFill>
                <a:latin typeface="Arial"/>
                <a:ea typeface="Arial"/>
                <a:cs typeface="Arial"/>
              </a:rPr>
              <a:t>time, page or slide.</a:t>
            </a:r>
          </a:p>
        </p:txBody>
      </p:sp>
      <p:sp>
        <p:nvSpPr>
          <p:cNvPr id="24" name="step-4-arrow">
            <a:extLst xmlns:a="http://schemas.openxmlformats.org/drawingml/2006/main">
              <a:ext uri="{FF2B5EF4-FFF2-40B4-BE49-F238E27FC236}">
                <a16:creationId xmlns:a16="http://schemas.microsoft.com/office/drawing/2014/main" id="{D002F361-BAF8-462E-94F5-B55DE0951099}"/>
              </a:ext>
            </a:extLst>
          </p:cNvPr>
          <p:cNvSpPr>
            <a:spLocks xmlns:a="http://schemas.openxmlformats.org/drawingml/2006/main" noGrp="1"/>
          </p:cNvSpPr>
          <p:nvPr/>
        </p:nvSpPr>
        <p:spPr>
          <a:xfrm xmlns:a="http://schemas.openxmlformats.org/drawingml/2006/main">
            <a:off x="9382125" y="3105150"/>
            <a:ext cx="19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77248"/>
          </a:bodyPr>
          <a:lstStyle xmlns:a="http://schemas.openxmlformats.org/drawingml/2006/main">
            <a:defPPr algn="ctr">
              <a:defRPr sz="1950" b="1">
                <a:solidFill>
                  <a:srgbClr val="6E7166"/>
                </a:solidFill>
                <a:latin typeface="Arial"/>
                <a:ea typeface="Arial"/>
                <a:cs typeface="Arial"/>
              </a:defRPr>
            </a:defPPr>
            <a:lvl1pPr algn="ctr">
              <a:defRPr sz="1950" b="1">
                <a:solidFill>
                  <a:srgbClr val="6E7166"/>
                </a:solidFill>
                <a:latin typeface="Arial"/>
                <a:ea typeface="Arial"/>
                <a:cs typeface="Arial"/>
              </a:defRPr>
            </a:lvl1pPr>
            <a:lvl2pPr algn="ctr">
              <a:defRPr sz="1950" b="1">
                <a:solidFill>
                  <a:srgbClr val="6E7166"/>
                </a:solidFill>
                <a:latin typeface="Arial"/>
                <a:ea typeface="Arial"/>
                <a:cs typeface="Arial"/>
              </a:defRPr>
            </a:lvl2pPr>
            <a:lvl3pPr algn="ctr">
              <a:defRPr sz="1950" b="1">
                <a:solidFill>
                  <a:srgbClr val="6E7166"/>
                </a:solidFill>
                <a:latin typeface="Arial"/>
                <a:ea typeface="Arial"/>
                <a:cs typeface="Arial"/>
              </a:defRPr>
            </a:lvl3pPr>
            <a:lvl4pPr algn="ctr">
              <a:defRPr sz="1950" b="1">
                <a:solidFill>
                  <a:srgbClr val="6E7166"/>
                </a:solidFill>
                <a:latin typeface="Arial"/>
                <a:ea typeface="Arial"/>
                <a:cs typeface="Arial"/>
              </a:defRPr>
            </a:lvl4pPr>
            <a:lvl5pPr algn="ctr">
              <a:defRPr sz="1950" b="1">
                <a:solidFill>
                  <a:srgbClr val="6E7166"/>
                </a:solidFill>
                <a:latin typeface="Arial"/>
                <a:ea typeface="Arial"/>
                <a:cs typeface="Arial"/>
              </a:defRPr>
            </a:lvl5pPr>
            <a:lvl6pPr algn="ctr">
              <a:defRPr sz="1950" b="1">
                <a:solidFill>
                  <a:srgbClr val="6E7166"/>
                </a:solidFill>
                <a:latin typeface="Arial"/>
                <a:ea typeface="Arial"/>
                <a:cs typeface="Arial"/>
              </a:defRPr>
            </a:lvl6pPr>
            <a:lvl7pPr algn="ctr">
              <a:defRPr sz="1950" b="1">
                <a:solidFill>
                  <a:srgbClr val="6E7166"/>
                </a:solidFill>
                <a:latin typeface="Arial"/>
                <a:ea typeface="Arial"/>
                <a:cs typeface="Arial"/>
              </a:defRPr>
            </a:lvl7pPr>
            <a:lvl8pPr algn="ctr">
              <a:defRPr sz="1950" b="1">
                <a:solidFill>
                  <a:srgbClr val="6E7166"/>
                </a:solidFill>
                <a:latin typeface="Arial"/>
                <a:ea typeface="Arial"/>
                <a:cs typeface="Arial"/>
              </a:defRPr>
            </a:lvl8pPr>
            <a:lvl9pPr algn="ctr">
              <a:defRPr sz="1950" b="1">
                <a:solidFill>
                  <a:srgbClr val="6E7166"/>
                </a:solidFill>
                <a:latin typeface="Arial"/>
                <a:ea typeface="Arial"/>
                <a:cs typeface="Arial"/>
              </a:defRPr>
            </a:lvl9pPr>
          </a:lstStyle>
          <a:p xmlns:a="http://schemas.openxmlformats.org/drawingml/2006/main">
            <a:pPr algn="ctr">
              <a:lnSpc>
                <a:spcPct val="105000"/>
              </a:lnSpc>
              <a:buNone/>
              <a:defRPr sz="1950" b="1">
                <a:solidFill>
                  <a:srgbClr val="6E7166"/>
                </a:solidFill>
                <a:latin typeface="Arial"/>
                <a:ea typeface="Arial"/>
                <a:cs typeface="Arial"/>
              </a:defRPr>
            </a:pPr>
            <a:r>
              <a:rPr sz="1950" b="1">
                <a:solidFill>
                  <a:srgbClr val="6E7166"/>
                </a:solidFill>
                <a:latin typeface="Arial"/>
                <a:ea typeface="Arial"/>
                <a:cs typeface="Arial"/>
              </a:rPr>
              <a:t>→</a:t>
            </a:r>
          </a:p>
        </p:txBody>
      </p:sp>
      <p:sp>
        <p:nvSpPr>
          <p:cNvPr id="25" name="step-5-dot">
            <a:extLst xmlns:a="http://schemas.openxmlformats.org/drawingml/2006/main">
              <a:ext uri="{FF2B5EF4-FFF2-40B4-BE49-F238E27FC236}">
                <a16:creationId xmlns:a16="http://schemas.microsoft.com/office/drawing/2014/main" id="{4600091C-DC8E-44DD-AAE8-C677A972787B}"/>
              </a:ext>
            </a:extLst>
          </p:cNvPr>
          <p:cNvSpPr>
            <a:spLocks xmlns:a="http://schemas.openxmlformats.org/drawingml/2006/main" noGrp="1"/>
          </p:cNvSpPr>
          <p:nvPr/>
        </p:nvSpPr>
        <p:spPr>
          <a:xfrm xmlns:a="http://schemas.openxmlformats.org/drawingml/2006/main">
            <a:off x="9601200" y="2190750"/>
            <a:ext cx="1981200" cy="47625"/>
          </a:xfrm>
          <a:prstGeom xmlns:a="http://schemas.openxmlformats.org/drawingml/2006/main" prst="ellipse">
            <a:avLst/>
          </a:prstGeom>
          <a:solidFill xmlns:a="http://schemas.openxmlformats.org/drawingml/2006/main">
            <a:srgbClr val="A45232"/>
          </a:solidFill>
          <a:ln xmlns:a="http://schemas.openxmlformats.org/drawingml/2006/main" w="0">
            <a:noFill/>
            <a:prstDash val="solid"/>
          </a:ln>
        </p:spPr>
      </p:sp>
      <p:sp>
        <p:nvSpPr>
          <p:cNvPr id="26" name="step-5-number">
            <a:extLst xmlns:a="http://schemas.openxmlformats.org/drawingml/2006/main">
              <a:ext uri="{FF2B5EF4-FFF2-40B4-BE49-F238E27FC236}">
                <a16:creationId xmlns:a16="http://schemas.microsoft.com/office/drawing/2014/main" id="{B53ED062-B5F5-4150-92DE-6B019395AE8A}"/>
              </a:ext>
            </a:extLst>
          </p:cNvPr>
          <p:cNvSpPr>
            <a:spLocks xmlns:a="http://schemas.openxmlformats.org/drawingml/2006/main" noGrp="1"/>
          </p:cNvSpPr>
          <p:nvPr/>
        </p:nvSpPr>
        <p:spPr>
          <a:xfrm xmlns:a="http://schemas.openxmlformats.org/drawingml/2006/main">
            <a:off x="9601200" y="2419350"/>
            <a:ext cx="666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A45232"/>
                </a:solidFill>
                <a:latin typeface="Arial"/>
                <a:ea typeface="Arial"/>
                <a:cs typeface="Arial"/>
              </a:defRPr>
            </a:defPPr>
            <a:lvl1pPr algn="l">
              <a:defRPr sz="1725" b="1">
                <a:solidFill>
                  <a:srgbClr val="A45232"/>
                </a:solidFill>
                <a:latin typeface="Arial"/>
                <a:ea typeface="Arial"/>
                <a:cs typeface="Arial"/>
              </a:defRPr>
            </a:lvl1pPr>
            <a:lvl2pPr algn="l">
              <a:defRPr sz="1725" b="1">
                <a:solidFill>
                  <a:srgbClr val="A45232"/>
                </a:solidFill>
                <a:latin typeface="Arial"/>
                <a:ea typeface="Arial"/>
                <a:cs typeface="Arial"/>
              </a:defRPr>
            </a:lvl2pPr>
            <a:lvl3pPr algn="l">
              <a:defRPr sz="1725" b="1">
                <a:solidFill>
                  <a:srgbClr val="A45232"/>
                </a:solidFill>
                <a:latin typeface="Arial"/>
                <a:ea typeface="Arial"/>
                <a:cs typeface="Arial"/>
              </a:defRPr>
            </a:lvl3pPr>
            <a:lvl4pPr algn="l">
              <a:defRPr sz="1725" b="1">
                <a:solidFill>
                  <a:srgbClr val="A45232"/>
                </a:solidFill>
                <a:latin typeface="Arial"/>
                <a:ea typeface="Arial"/>
                <a:cs typeface="Arial"/>
              </a:defRPr>
            </a:lvl4pPr>
            <a:lvl5pPr algn="l">
              <a:defRPr sz="1725" b="1">
                <a:solidFill>
                  <a:srgbClr val="A45232"/>
                </a:solidFill>
                <a:latin typeface="Arial"/>
                <a:ea typeface="Arial"/>
                <a:cs typeface="Arial"/>
              </a:defRPr>
            </a:lvl5pPr>
            <a:lvl6pPr algn="l">
              <a:defRPr sz="1725" b="1">
                <a:solidFill>
                  <a:srgbClr val="A45232"/>
                </a:solidFill>
                <a:latin typeface="Arial"/>
                <a:ea typeface="Arial"/>
                <a:cs typeface="Arial"/>
              </a:defRPr>
            </a:lvl6pPr>
            <a:lvl7pPr algn="l">
              <a:defRPr sz="1725" b="1">
                <a:solidFill>
                  <a:srgbClr val="A45232"/>
                </a:solidFill>
                <a:latin typeface="Arial"/>
                <a:ea typeface="Arial"/>
                <a:cs typeface="Arial"/>
              </a:defRPr>
            </a:lvl7pPr>
            <a:lvl8pPr algn="l">
              <a:defRPr sz="1725" b="1">
                <a:solidFill>
                  <a:srgbClr val="A45232"/>
                </a:solidFill>
                <a:latin typeface="Arial"/>
                <a:ea typeface="Arial"/>
                <a:cs typeface="Arial"/>
              </a:defRPr>
            </a:lvl8pPr>
            <a:lvl9pPr algn="l">
              <a:defRPr sz="1725" b="1">
                <a:solidFill>
                  <a:srgbClr val="A45232"/>
                </a:solidFill>
                <a:latin typeface="Arial"/>
                <a:ea typeface="Arial"/>
                <a:cs typeface="Arial"/>
              </a:defRPr>
            </a:lvl9pPr>
          </a:lstStyle>
          <a:p xmlns:a="http://schemas.openxmlformats.org/drawingml/2006/main">
            <a:pPr algn="l">
              <a:lnSpc>
                <a:spcPct val="105000"/>
              </a:lnSpc>
              <a:buNone/>
              <a:defRPr sz="1725" b="1">
                <a:solidFill>
                  <a:srgbClr val="A45232"/>
                </a:solidFill>
                <a:latin typeface="Arial"/>
                <a:ea typeface="Arial"/>
                <a:cs typeface="Arial"/>
              </a:defRPr>
            </a:pPr>
            <a:r>
              <a:rPr sz="1725" b="1">
                <a:solidFill>
                  <a:srgbClr val="A45232"/>
                </a:solidFill>
                <a:latin typeface="Arial"/>
                <a:ea typeface="Arial"/>
                <a:cs typeface="Arial"/>
              </a:rPr>
              <a:t>05</a:t>
            </a:r>
          </a:p>
        </p:txBody>
      </p:sp>
      <p:sp>
        <p:nvSpPr>
          <p:cNvPr id="27" name="step-5-title">
            <a:extLst xmlns:a="http://schemas.openxmlformats.org/drawingml/2006/main">
              <a:ext uri="{FF2B5EF4-FFF2-40B4-BE49-F238E27FC236}">
                <a16:creationId xmlns:a16="http://schemas.microsoft.com/office/drawing/2014/main" id="{CF64DF78-0795-43C1-87AC-E4B7AFB6E12F}"/>
              </a:ext>
            </a:extLst>
          </p:cNvPr>
          <p:cNvSpPr>
            <a:spLocks xmlns:a="http://schemas.openxmlformats.org/drawingml/2006/main" noGrp="1"/>
          </p:cNvSpPr>
          <p:nvPr/>
        </p:nvSpPr>
        <p:spPr>
          <a:xfrm xmlns:a="http://schemas.openxmlformats.org/drawingml/2006/main">
            <a:off x="9601200" y="3009900"/>
            <a:ext cx="1981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253B30"/>
                </a:solidFill>
                <a:latin typeface="Arial"/>
                <a:ea typeface="Arial"/>
                <a:cs typeface="Arial"/>
              </a:defRPr>
            </a:defPPr>
            <a:lvl1pPr algn="l">
              <a:defRPr sz="1875" b="1">
                <a:solidFill>
                  <a:srgbClr val="253B30"/>
                </a:solidFill>
                <a:latin typeface="Arial"/>
                <a:ea typeface="Arial"/>
                <a:cs typeface="Arial"/>
              </a:defRPr>
            </a:lvl1pPr>
            <a:lvl2pPr algn="l">
              <a:defRPr sz="1875" b="1">
                <a:solidFill>
                  <a:srgbClr val="253B30"/>
                </a:solidFill>
                <a:latin typeface="Arial"/>
                <a:ea typeface="Arial"/>
                <a:cs typeface="Arial"/>
              </a:defRPr>
            </a:lvl2pPr>
            <a:lvl3pPr algn="l">
              <a:defRPr sz="1875" b="1">
                <a:solidFill>
                  <a:srgbClr val="253B30"/>
                </a:solidFill>
                <a:latin typeface="Arial"/>
                <a:ea typeface="Arial"/>
                <a:cs typeface="Arial"/>
              </a:defRPr>
            </a:lvl3pPr>
            <a:lvl4pPr algn="l">
              <a:defRPr sz="1875" b="1">
                <a:solidFill>
                  <a:srgbClr val="253B30"/>
                </a:solidFill>
                <a:latin typeface="Arial"/>
                <a:ea typeface="Arial"/>
                <a:cs typeface="Arial"/>
              </a:defRPr>
            </a:lvl4pPr>
            <a:lvl5pPr algn="l">
              <a:defRPr sz="1875" b="1">
                <a:solidFill>
                  <a:srgbClr val="253B30"/>
                </a:solidFill>
                <a:latin typeface="Arial"/>
                <a:ea typeface="Arial"/>
                <a:cs typeface="Arial"/>
              </a:defRPr>
            </a:lvl5pPr>
            <a:lvl6pPr algn="l">
              <a:defRPr sz="1875" b="1">
                <a:solidFill>
                  <a:srgbClr val="253B30"/>
                </a:solidFill>
                <a:latin typeface="Arial"/>
                <a:ea typeface="Arial"/>
                <a:cs typeface="Arial"/>
              </a:defRPr>
            </a:lvl6pPr>
            <a:lvl7pPr algn="l">
              <a:defRPr sz="1875" b="1">
                <a:solidFill>
                  <a:srgbClr val="253B30"/>
                </a:solidFill>
                <a:latin typeface="Arial"/>
                <a:ea typeface="Arial"/>
                <a:cs typeface="Arial"/>
              </a:defRPr>
            </a:lvl7pPr>
            <a:lvl8pPr algn="l">
              <a:defRPr sz="1875" b="1">
                <a:solidFill>
                  <a:srgbClr val="253B30"/>
                </a:solidFill>
                <a:latin typeface="Arial"/>
                <a:ea typeface="Arial"/>
                <a:cs typeface="Arial"/>
              </a:defRPr>
            </a:lvl8pPr>
            <a:lvl9pPr algn="l">
              <a:defRPr sz="1875" b="1">
                <a:solidFill>
                  <a:srgbClr val="253B30"/>
                </a:solidFill>
                <a:latin typeface="Arial"/>
                <a:ea typeface="Arial"/>
                <a:cs typeface="Arial"/>
              </a:defRPr>
            </a:lvl9pPr>
          </a:lstStyle>
          <a:p xmlns:a="http://schemas.openxmlformats.org/drawingml/2006/main">
            <a:pPr algn="l">
              <a:lnSpc>
                <a:spcPct val="105000"/>
              </a:lnSpc>
              <a:buNone/>
              <a:defRPr sz="1875" b="1">
                <a:solidFill>
                  <a:srgbClr val="253B30"/>
                </a:solidFill>
                <a:latin typeface="Arial"/>
                <a:ea typeface="Arial"/>
                <a:cs typeface="Arial"/>
              </a:defRPr>
            </a:pPr>
            <a:r>
              <a:rPr sz="1875" b="1">
                <a:solidFill>
                  <a:srgbClr val="253B30"/>
                </a:solidFill>
                <a:latin typeface="Arial"/>
                <a:ea typeface="Arial"/>
                <a:cs typeface="Arial"/>
              </a:rPr>
              <a:t>Keep learning</a:t>
            </a:r>
          </a:p>
        </p:txBody>
      </p:sp>
      <p:sp>
        <p:nvSpPr>
          <p:cNvPr id="28" name="step-5-body">
            <a:extLst xmlns:a="http://schemas.openxmlformats.org/drawingml/2006/main">
              <a:ext uri="{FF2B5EF4-FFF2-40B4-BE49-F238E27FC236}">
                <a16:creationId xmlns:a16="http://schemas.microsoft.com/office/drawing/2014/main" id="{DF41D396-66B3-4F06-A2E3-526760DC5402}"/>
              </a:ext>
            </a:extLst>
          </p:cNvPr>
          <p:cNvSpPr>
            <a:spLocks xmlns:a="http://schemas.openxmlformats.org/drawingml/2006/main" noGrp="1"/>
          </p:cNvSpPr>
          <p:nvPr/>
        </p:nvSpPr>
        <p:spPr>
          <a:xfrm xmlns:a="http://schemas.openxmlformats.org/drawingml/2006/main">
            <a:off x="9601200" y="3686175"/>
            <a:ext cx="19812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343931"/>
                </a:solidFill>
                <a:latin typeface="Arial"/>
                <a:ea typeface="Arial"/>
                <a:cs typeface="Arial"/>
              </a:defRPr>
            </a:defPPr>
            <a:lvl1pPr algn="l">
              <a:defRPr sz="1425" b="0">
                <a:solidFill>
                  <a:srgbClr val="343931"/>
                </a:solidFill>
                <a:latin typeface="Arial"/>
                <a:ea typeface="Arial"/>
                <a:cs typeface="Arial"/>
              </a:defRPr>
            </a:lvl1pPr>
            <a:lvl2pPr algn="l">
              <a:defRPr sz="1425" b="0">
                <a:solidFill>
                  <a:srgbClr val="343931"/>
                </a:solidFill>
                <a:latin typeface="Arial"/>
                <a:ea typeface="Arial"/>
                <a:cs typeface="Arial"/>
              </a:defRPr>
            </a:lvl2pPr>
            <a:lvl3pPr algn="l">
              <a:defRPr sz="1425" b="0">
                <a:solidFill>
                  <a:srgbClr val="343931"/>
                </a:solidFill>
                <a:latin typeface="Arial"/>
                <a:ea typeface="Arial"/>
                <a:cs typeface="Arial"/>
              </a:defRPr>
            </a:lvl3pPr>
            <a:lvl4pPr algn="l">
              <a:defRPr sz="1425" b="0">
                <a:solidFill>
                  <a:srgbClr val="343931"/>
                </a:solidFill>
                <a:latin typeface="Arial"/>
                <a:ea typeface="Arial"/>
                <a:cs typeface="Arial"/>
              </a:defRPr>
            </a:lvl4pPr>
            <a:lvl5pPr algn="l">
              <a:defRPr sz="1425" b="0">
                <a:solidFill>
                  <a:srgbClr val="343931"/>
                </a:solidFill>
                <a:latin typeface="Arial"/>
                <a:ea typeface="Arial"/>
                <a:cs typeface="Arial"/>
              </a:defRPr>
            </a:lvl5pPr>
            <a:lvl6pPr algn="l">
              <a:defRPr sz="1425" b="0">
                <a:solidFill>
                  <a:srgbClr val="343931"/>
                </a:solidFill>
                <a:latin typeface="Arial"/>
                <a:ea typeface="Arial"/>
                <a:cs typeface="Arial"/>
              </a:defRPr>
            </a:lvl6pPr>
            <a:lvl7pPr algn="l">
              <a:defRPr sz="1425" b="0">
                <a:solidFill>
                  <a:srgbClr val="343931"/>
                </a:solidFill>
                <a:latin typeface="Arial"/>
                <a:ea typeface="Arial"/>
                <a:cs typeface="Arial"/>
              </a:defRPr>
            </a:lvl7pPr>
            <a:lvl8pPr algn="l">
              <a:defRPr sz="1425" b="0">
                <a:solidFill>
                  <a:srgbClr val="343931"/>
                </a:solidFill>
                <a:latin typeface="Arial"/>
                <a:ea typeface="Arial"/>
                <a:cs typeface="Arial"/>
              </a:defRPr>
            </a:lvl8pPr>
            <a:lvl9pPr algn="l">
              <a:defRPr sz="1425" b="0">
                <a:solidFill>
                  <a:srgbClr val="343931"/>
                </a:solidFill>
                <a:latin typeface="Arial"/>
                <a:ea typeface="Arial"/>
                <a:cs typeface="Arial"/>
              </a:defRPr>
            </a:lvl9pPr>
          </a:lstStyle>
          <a:p xmlns:a="http://schemas.openxmlformats.org/drawingml/2006/main">
            <a:pPr algn="l">
              <a:lnSpc>
                <a:spcPct val="105000"/>
              </a:lnSpc>
              <a:buNone/>
              <a:defRPr sz="1425" b="0">
                <a:solidFill>
                  <a:srgbClr val="343931"/>
                </a:solidFill>
                <a:latin typeface="Arial"/>
                <a:ea typeface="Arial"/>
                <a:cs typeface="Arial"/>
              </a:defRPr>
            </a:pPr>
            <a:r>
              <a:rPr sz="1425" b="0">
                <a:solidFill>
                  <a:srgbClr val="343931"/>
                </a:solidFill>
                <a:latin typeface="Arial"/>
                <a:ea typeface="Arial"/>
                <a:cs typeface="Arial"/>
              </a:rPr>
              <a:t>Save notes, progress</a:t>
            </a:r>
          </a:p>
          <a:p xmlns:a="http://schemas.openxmlformats.org/drawingml/2006/main">
            <a:pPr algn="l">
              <a:lnSpc>
                <a:spcPct val="105000"/>
              </a:lnSpc>
              <a:buNone/>
              <a:defRPr sz="1425" b="0">
                <a:solidFill>
                  <a:srgbClr val="343931"/>
                </a:solidFill>
                <a:latin typeface="Arial"/>
                <a:ea typeface="Arial"/>
                <a:cs typeface="Arial"/>
              </a:defRPr>
            </a:pPr>
            <a:r>
              <a:rPr sz="1425" b="0">
                <a:solidFill>
                  <a:srgbClr val="343931"/>
                </a:solidFill>
                <a:latin typeface="Arial"/>
                <a:ea typeface="Arial"/>
                <a:cs typeface="Arial"/>
              </a:rPr>
              <a:t>and practice history.</a:t>
            </a:r>
          </a:p>
        </p:txBody>
      </p:sp>
      <p:sp>
        <p:nvSpPr>
          <p:cNvPr id="29" name="session-bottom-rule">
            <a:extLst xmlns:a="http://schemas.openxmlformats.org/drawingml/2006/main">
              <a:ext uri="{FF2B5EF4-FFF2-40B4-BE49-F238E27FC236}">
                <a16:creationId xmlns:a16="http://schemas.microsoft.com/office/drawing/2014/main" id="{AA6D8EFE-691E-49FF-853B-B4CEF6A6CB7E}"/>
              </a:ext>
            </a:extLst>
          </p:cNvPr>
          <p:cNvSpPr>
            <a:spLocks xmlns:a="http://schemas.openxmlformats.org/drawingml/2006/main" noGrp="1"/>
          </p:cNvSpPr>
          <p:nvPr/>
        </p:nvSpPr>
        <p:spPr>
          <a:xfrm xmlns:a="http://schemas.openxmlformats.org/drawingml/2006/main">
            <a:off x="609600" y="5219700"/>
            <a:ext cx="10972800" cy="0"/>
          </a:xfrm>
          <a:prstGeom xmlns:a="http://schemas.openxmlformats.org/drawingml/2006/main" prst="line">
            <a:avLst/>
          </a:prstGeom>
          <a:noFill xmlns:a="http://schemas.openxmlformats.org/drawingml/2006/main"/>
          <a:ln xmlns:a="http://schemas.openxmlformats.org/drawingml/2006/main" w="9525">
            <a:solidFill>
              <a:srgbClr val="D5D5C6"/>
            </a:solidFill>
            <a:prstDash val="solid"/>
          </a:ln>
        </p:spPr>
      </p:sp>
      <p:sp>
        <p:nvSpPr>
          <p:cNvPr id="30" name="session-callout">
            <a:extLst xmlns:a="http://schemas.openxmlformats.org/drawingml/2006/main">
              <a:ext uri="{FF2B5EF4-FFF2-40B4-BE49-F238E27FC236}">
                <a16:creationId xmlns:a16="http://schemas.microsoft.com/office/drawing/2014/main" id="{F4E0BCC4-477A-4C54-BB89-C7D429E5C634}"/>
              </a:ext>
            </a:extLst>
          </p:cNvPr>
          <p:cNvSpPr>
            <a:spLocks xmlns:a="http://schemas.openxmlformats.org/drawingml/2006/main" noGrp="1"/>
          </p:cNvSpPr>
          <p:nvPr/>
        </p:nvSpPr>
        <p:spPr>
          <a:xfrm xmlns:a="http://schemas.openxmlformats.org/drawingml/2006/main">
            <a:off x="609600" y="5505450"/>
            <a:ext cx="10572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53B30"/>
                </a:solidFill>
                <a:latin typeface="Arial"/>
                <a:ea typeface="Arial"/>
                <a:cs typeface="Arial"/>
              </a:defRPr>
            </a:defPPr>
            <a:lvl1pPr algn="l">
              <a:defRPr sz="1650" b="1">
                <a:solidFill>
                  <a:srgbClr val="253B30"/>
                </a:solidFill>
                <a:latin typeface="Arial"/>
                <a:ea typeface="Arial"/>
                <a:cs typeface="Arial"/>
              </a:defRPr>
            </a:lvl1pPr>
            <a:lvl2pPr algn="l">
              <a:defRPr sz="1650" b="1">
                <a:solidFill>
                  <a:srgbClr val="253B30"/>
                </a:solidFill>
                <a:latin typeface="Arial"/>
                <a:ea typeface="Arial"/>
                <a:cs typeface="Arial"/>
              </a:defRPr>
            </a:lvl2pPr>
            <a:lvl3pPr algn="l">
              <a:defRPr sz="1650" b="1">
                <a:solidFill>
                  <a:srgbClr val="253B30"/>
                </a:solidFill>
                <a:latin typeface="Arial"/>
                <a:ea typeface="Arial"/>
                <a:cs typeface="Arial"/>
              </a:defRPr>
            </a:lvl3pPr>
            <a:lvl4pPr algn="l">
              <a:defRPr sz="1650" b="1">
                <a:solidFill>
                  <a:srgbClr val="253B30"/>
                </a:solidFill>
                <a:latin typeface="Arial"/>
                <a:ea typeface="Arial"/>
                <a:cs typeface="Arial"/>
              </a:defRPr>
            </a:lvl4pPr>
            <a:lvl5pPr algn="l">
              <a:defRPr sz="1650" b="1">
                <a:solidFill>
                  <a:srgbClr val="253B30"/>
                </a:solidFill>
                <a:latin typeface="Arial"/>
                <a:ea typeface="Arial"/>
                <a:cs typeface="Arial"/>
              </a:defRPr>
            </a:lvl5pPr>
            <a:lvl6pPr algn="l">
              <a:defRPr sz="1650" b="1">
                <a:solidFill>
                  <a:srgbClr val="253B30"/>
                </a:solidFill>
                <a:latin typeface="Arial"/>
                <a:ea typeface="Arial"/>
                <a:cs typeface="Arial"/>
              </a:defRPr>
            </a:lvl6pPr>
            <a:lvl7pPr algn="l">
              <a:defRPr sz="1650" b="1">
                <a:solidFill>
                  <a:srgbClr val="253B30"/>
                </a:solidFill>
                <a:latin typeface="Arial"/>
                <a:ea typeface="Arial"/>
                <a:cs typeface="Arial"/>
              </a:defRPr>
            </a:lvl7pPr>
            <a:lvl8pPr algn="l">
              <a:defRPr sz="1650" b="1">
                <a:solidFill>
                  <a:srgbClr val="253B30"/>
                </a:solidFill>
                <a:latin typeface="Arial"/>
                <a:ea typeface="Arial"/>
                <a:cs typeface="Arial"/>
              </a:defRPr>
            </a:lvl8pPr>
            <a:lvl9pPr algn="l">
              <a:defRPr sz="1650" b="1">
                <a:solidFill>
                  <a:srgbClr val="253B30"/>
                </a:solidFill>
                <a:latin typeface="Arial"/>
                <a:ea typeface="Arial"/>
                <a:cs typeface="Arial"/>
              </a:defRPr>
            </a:lvl9pPr>
          </a:lstStyle>
          <a:p xmlns:a="http://schemas.openxmlformats.org/drawingml/2006/main">
            <a:pPr algn="l">
              <a:lnSpc>
                <a:spcPct val="105000"/>
              </a:lnSpc>
              <a:buNone/>
              <a:defRPr sz="1650" b="1">
                <a:solidFill>
                  <a:srgbClr val="253B30"/>
                </a:solidFill>
                <a:latin typeface="Arial"/>
                <a:ea typeface="Arial"/>
                <a:cs typeface="Arial"/>
              </a:defRPr>
            </a:pPr>
            <a:r>
              <a:rPr sz="1650" b="1">
                <a:solidFill>
                  <a:srgbClr val="253B30"/>
                </a:solidFill>
                <a:latin typeface="Arial"/>
                <a:ea typeface="Arial"/>
                <a:cs typeface="Arial"/>
              </a:rPr>
              <a:t>Owner-scoped personal data stays attached to the signed-in learner.</a:t>
            </a:r>
          </a:p>
        </p:txBody>
      </p:sp>
    </p:spTree>
    <p:extLst>
      <p:ext uri="{BB962C8B-B14F-4D97-AF65-F5344CB8AC3E}">
        <p14:creationId xmlns:p14="http://schemas.microsoft.com/office/powerpoint/2010/main" val="683589518"/>
      </p:ext>
    </p:extLst>
  </p:cSld>
</p:sld>
</file>

<file path=ppt/slides/slide3.xml><?xml version="1.0" encoding="utf-8"?>
<p:sld xmlns:p="http://schemas.openxmlformats.org/presentationml/2006/main">
  <p:cSld>
    <p:bg>
      <p:bgPr>
        <a:solidFill xmlns:a="http://schemas.openxmlformats.org/drawingml/2006/main">
          <a:srgbClr val="FFFEFA"/>
        </a:solidFill>
      </p:bgPr>
    </p:bg>
    <p:spTree>
      <p:nvGrpSpPr>
        <p:cNvPr id="1" name=""/>
        <p:cNvGrpSpPr/>
        <p:nvPr/>
      </p:nvGrpSpPr>
      <p:grpSpPr>
        <a:xfrm xmlns:a="http://schemas.openxmlformats.org/drawingml/2006/main"/>
      </p:grpSpPr>
      <p:sp>
        <p:nvSpPr>
          <p:cNvPr id="29" name="slide-3-title">
            <a:extLst xmlns:a="http://schemas.openxmlformats.org/drawingml/2006/main">
              <a:ext uri="{FF2B5EF4-FFF2-40B4-BE49-F238E27FC236}">
                <a16:creationId xmlns:a16="http://schemas.microsoft.com/office/drawing/2014/main" id="{E575BF13-277B-4D26-8892-0F475F05A7CD}"/>
              </a:ext>
            </a:extLst>
          </p:cNvPr>
          <p:cNvSpPr>
            <a:spLocks xmlns:a="http://schemas.openxmlformats.org/drawingml/2006/main" noGrp="1"/>
          </p:cNvSpPr>
          <p:nvPr/>
        </p:nvSpPr>
        <p:spPr>
          <a:xfrm xmlns:a="http://schemas.openxmlformats.org/drawingml/2006/main">
            <a:off x="609600" y="400050"/>
            <a:ext cx="1066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253B30"/>
                </a:solidFill>
                <a:latin typeface="Arial"/>
                <a:ea typeface="Arial"/>
                <a:cs typeface="Arial"/>
              </a:defRPr>
            </a:defPPr>
            <a:lvl1pPr algn="l">
              <a:defRPr sz="3300" b="1">
                <a:solidFill>
                  <a:srgbClr val="253B30"/>
                </a:solidFill>
                <a:latin typeface="Arial"/>
                <a:ea typeface="Arial"/>
                <a:cs typeface="Arial"/>
              </a:defRPr>
            </a:lvl1pPr>
            <a:lvl2pPr algn="l">
              <a:defRPr sz="3300" b="1">
                <a:solidFill>
                  <a:srgbClr val="253B30"/>
                </a:solidFill>
                <a:latin typeface="Arial"/>
                <a:ea typeface="Arial"/>
                <a:cs typeface="Arial"/>
              </a:defRPr>
            </a:lvl2pPr>
            <a:lvl3pPr algn="l">
              <a:defRPr sz="3300" b="1">
                <a:solidFill>
                  <a:srgbClr val="253B30"/>
                </a:solidFill>
                <a:latin typeface="Arial"/>
                <a:ea typeface="Arial"/>
                <a:cs typeface="Arial"/>
              </a:defRPr>
            </a:lvl3pPr>
            <a:lvl4pPr algn="l">
              <a:defRPr sz="3300" b="1">
                <a:solidFill>
                  <a:srgbClr val="253B30"/>
                </a:solidFill>
                <a:latin typeface="Arial"/>
                <a:ea typeface="Arial"/>
                <a:cs typeface="Arial"/>
              </a:defRPr>
            </a:lvl4pPr>
            <a:lvl5pPr algn="l">
              <a:defRPr sz="3300" b="1">
                <a:solidFill>
                  <a:srgbClr val="253B30"/>
                </a:solidFill>
                <a:latin typeface="Arial"/>
                <a:ea typeface="Arial"/>
                <a:cs typeface="Arial"/>
              </a:defRPr>
            </a:lvl5pPr>
            <a:lvl6pPr algn="l">
              <a:defRPr sz="3300" b="1">
                <a:solidFill>
                  <a:srgbClr val="253B30"/>
                </a:solidFill>
                <a:latin typeface="Arial"/>
                <a:ea typeface="Arial"/>
                <a:cs typeface="Arial"/>
              </a:defRPr>
            </a:lvl6pPr>
            <a:lvl7pPr algn="l">
              <a:defRPr sz="3300" b="1">
                <a:solidFill>
                  <a:srgbClr val="253B30"/>
                </a:solidFill>
                <a:latin typeface="Arial"/>
                <a:ea typeface="Arial"/>
                <a:cs typeface="Arial"/>
              </a:defRPr>
            </a:lvl7pPr>
            <a:lvl8pPr algn="l">
              <a:defRPr sz="3300" b="1">
                <a:solidFill>
                  <a:srgbClr val="253B30"/>
                </a:solidFill>
                <a:latin typeface="Arial"/>
                <a:ea typeface="Arial"/>
                <a:cs typeface="Arial"/>
              </a:defRPr>
            </a:lvl8pPr>
            <a:lvl9pPr algn="l">
              <a:defRPr sz="3300" b="1">
                <a:solidFill>
                  <a:srgbClr val="253B30"/>
                </a:solidFill>
                <a:latin typeface="Arial"/>
                <a:ea typeface="Arial"/>
                <a:cs typeface="Arial"/>
              </a:defRPr>
            </a:lvl9pPr>
          </a:lstStyle>
          <a:p xmlns:a="http://schemas.openxmlformats.org/drawingml/2006/main">
            <a:pPr algn="l">
              <a:lnSpc>
                <a:spcPct val="105000"/>
              </a:lnSpc>
              <a:buNone/>
              <a:defRPr sz="3300" b="1">
                <a:solidFill>
                  <a:srgbClr val="253B30"/>
                </a:solidFill>
                <a:latin typeface="Arial"/>
                <a:ea typeface="Arial"/>
                <a:cs typeface="Arial"/>
              </a:defRPr>
            </a:pPr>
            <a:r>
              <a:rPr sz="3300" b="1">
                <a:solidFill>
                  <a:srgbClr val="253B30"/>
                </a:solidFill>
                <a:latin typeface="Arial"/>
                <a:ea typeface="Arial"/>
                <a:cs typeface="Arial"/>
              </a:rPr>
              <a:t>System architecture</a:t>
            </a:r>
          </a:p>
        </p:txBody>
      </p:sp>
      <p:sp>
        <p:nvSpPr>
          <p:cNvPr id="2" name="slide-3-rule">
            <a:extLst xmlns:a="http://schemas.openxmlformats.org/drawingml/2006/main">
              <a:ext uri="{FF2B5EF4-FFF2-40B4-BE49-F238E27FC236}">
                <a16:creationId xmlns:a16="http://schemas.microsoft.com/office/drawing/2014/main" id="{D938301E-2485-4AE2-A47D-55F648F545B2}"/>
              </a:ext>
            </a:extLst>
          </p:cNvPr>
          <p:cNvSpPr>
            <a:spLocks xmlns:a="http://schemas.openxmlformats.org/drawingml/2006/main" noGrp="1"/>
          </p:cNvSpPr>
          <p:nvPr/>
        </p:nvSpPr>
        <p:spPr>
          <a:xfrm xmlns:a="http://schemas.openxmlformats.org/drawingml/2006/main">
            <a:off x="609600" y="1076325"/>
            <a:ext cx="10972800" cy="0"/>
          </a:xfrm>
          <a:prstGeom xmlns:a="http://schemas.openxmlformats.org/drawingml/2006/main" prst="line">
            <a:avLst/>
          </a:prstGeom>
          <a:noFill xmlns:a="http://schemas.openxmlformats.org/drawingml/2006/main"/>
          <a:ln xmlns:a="http://schemas.openxmlformats.org/drawingml/2006/main" w="28575">
            <a:solidFill>
              <a:srgbClr val="A45232"/>
            </a:solidFill>
            <a:prstDash val="solid"/>
          </a:ln>
        </p:spPr>
      </p:sp>
      <p:sp>
        <p:nvSpPr>
          <p:cNvPr id="3" name="slide-3-footer">
            <a:extLst xmlns:a="http://schemas.openxmlformats.org/drawingml/2006/main">
              <a:ext uri="{FF2B5EF4-FFF2-40B4-BE49-F238E27FC236}">
                <a16:creationId xmlns:a16="http://schemas.microsoft.com/office/drawing/2014/main" id="{EE110353-7C17-4507-8D83-ADA7CFCCF752}"/>
              </a:ext>
            </a:extLst>
          </p:cNvPr>
          <p:cNvSpPr>
            <a:spLocks xmlns:a="http://schemas.openxmlformats.org/drawingml/2006/main" noGrp="1"/>
          </p:cNvSpPr>
          <p:nvPr/>
        </p:nvSpPr>
        <p:spPr>
          <a:xfrm xmlns:a="http://schemas.openxmlformats.org/drawingml/2006/main">
            <a:off x="609600" y="6419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6E7166"/>
                </a:solidFill>
                <a:latin typeface="Arial"/>
                <a:ea typeface="Arial"/>
                <a:cs typeface="Arial"/>
              </a:defRPr>
            </a:defPPr>
            <a:lvl1pPr algn="l">
              <a:defRPr sz="1050" b="0">
                <a:solidFill>
                  <a:srgbClr val="6E7166"/>
                </a:solidFill>
                <a:latin typeface="Arial"/>
                <a:ea typeface="Arial"/>
                <a:cs typeface="Arial"/>
              </a:defRPr>
            </a:lvl1pPr>
            <a:lvl2pPr algn="l">
              <a:defRPr sz="1050" b="0">
                <a:solidFill>
                  <a:srgbClr val="6E7166"/>
                </a:solidFill>
                <a:latin typeface="Arial"/>
                <a:ea typeface="Arial"/>
                <a:cs typeface="Arial"/>
              </a:defRPr>
            </a:lvl2pPr>
            <a:lvl3pPr algn="l">
              <a:defRPr sz="1050" b="0">
                <a:solidFill>
                  <a:srgbClr val="6E7166"/>
                </a:solidFill>
                <a:latin typeface="Arial"/>
                <a:ea typeface="Arial"/>
                <a:cs typeface="Arial"/>
              </a:defRPr>
            </a:lvl3pPr>
            <a:lvl4pPr algn="l">
              <a:defRPr sz="1050" b="0">
                <a:solidFill>
                  <a:srgbClr val="6E7166"/>
                </a:solidFill>
                <a:latin typeface="Arial"/>
                <a:ea typeface="Arial"/>
                <a:cs typeface="Arial"/>
              </a:defRPr>
            </a:lvl4pPr>
            <a:lvl5pPr algn="l">
              <a:defRPr sz="1050" b="0">
                <a:solidFill>
                  <a:srgbClr val="6E7166"/>
                </a:solidFill>
                <a:latin typeface="Arial"/>
                <a:ea typeface="Arial"/>
                <a:cs typeface="Arial"/>
              </a:defRPr>
            </a:lvl5pPr>
            <a:lvl6pPr algn="l">
              <a:defRPr sz="1050" b="0">
                <a:solidFill>
                  <a:srgbClr val="6E7166"/>
                </a:solidFill>
                <a:latin typeface="Arial"/>
                <a:ea typeface="Arial"/>
                <a:cs typeface="Arial"/>
              </a:defRPr>
            </a:lvl6pPr>
            <a:lvl7pPr algn="l">
              <a:defRPr sz="1050" b="0">
                <a:solidFill>
                  <a:srgbClr val="6E7166"/>
                </a:solidFill>
                <a:latin typeface="Arial"/>
                <a:ea typeface="Arial"/>
                <a:cs typeface="Arial"/>
              </a:defRPr>
            </a:lvl7pPr>
            <a:lvl8pPr algn="l">
              <a:defRPr sz="1050" b="0">
                <a:solidFill>
                  <a:srgbClr val="6E7166"/>
                </a:solidFill>
                <a:latin typeface="Arial"/>
                <a:ea typeface="Arial"/>
                <a:cs typeface="Arial"/>
              </a:defRPr>
            </a:lvl8pPr>
            <a:lvl9pPr algn="l">
              <a:defRPr sz="1050" b="0">
                <a:solidFill>
                  <a:srgbClr val="6E7166"/>
                </a:solidFill>
                <a:latin typeface="Arial"/>
                <a:ea typeface="Arial"/>
                <a:cs typeface="Arial"/>
              </a:defRPr>
            </a:lvl9pPr>
          </a:lstStyle>
          <a:p xmlns:a="http://schemas.openxmlformats.org/drawingml/2006/main">
            <a:pPr algn="l">
              <a:lnSpc>
                <a:spcPct val="105000"/>
              </a:lnSpc>
              <a:buNone/>
              <a:defRPr sz="1050" b="0">
                <a:solidFill>
                  <a:srgbClr val="6E7166"/>
                </a:solidFill>
                <a:latin typeface="Arial"/>
                <a:ea typeface="Arial"/>
                <a:cs typeface="Arial"/>
              </a:defRPr>
            </a:pPr>
            <a:r>
              <a:rPr sz="1050" b="0">
                <a:solidFill>
                  <a:srgbClr val="6E7166"/>
                </a:solidFill>
                <a:latin typeface="Arial"/>
                <a:ea typeface="Arial"/>
                <a:cs typeface="Arial"/>
              </a:rPr>
              <a:t>Horizon 2.0  ·  03</a:t>
            </a:r>
          </a:p>
        </p:txBody>
      </p:sp>
      <p:sp>
        <p:nvSpPr>
          <p:cNvPr id="4" name="arch-subtitle">
            <a:extLst xmlns:a="http://schemas.openxmlformats.org/drawingml/2006/main">
              <a:ext uri="{FF2B5EF4-FFF2-40B4-BE49-F238E27FC236}">
                <a16:creationId xmlns:a16="http://schemas.microsoft.com/office/drawing/2014/main" id="{AD8D4032-6793-4FE8-A222-96F9186D92C8}"/>
              </a:ext>
            </a:extLst>
          </p:cNvPr>
          <p:cNvSpPr>
            <a:spLocks xmlns:a="http://schemas.openxmlformats.org/drawingml/2006/main" noGrp="1"/>
          </p:cNvSpPr>
          <p:nvPr/>
        </p:nvSpPr>
        <p:spPr>
          <a:xfrm xmlns:a="http://schemas.openxmlformats.org/drawingml/2006/main">
            <a:off x="609600" y="1304925"/>
            <a:ext cx="10572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77796F"/>
                </a:solidFill>
                <a:latin typeface="Arial"/>
                <a:ea typeface="Arial"/>
                <a:cs typeface="Arial"/>
              </a:defRPr>
            </a:defPPr>
            <a:lvl1pPr algn="l">
              <a:defRPr sz="1650" b="0">
                <a:solidFill>
                  <a:srgbClr val="77796F"/>
                </a:solidFill>
                <a:latin typeface="Arial"/>
                <a:ea typeface="Arial"/>
                <a:cs typeface="Arial"/>
              </a:defRPr>
            </a:lvl1pPr>
            <a:lvl2pPr algn="l">
              <a:defRPr sz="1650" b="0">
                <a:solidFill>
                  <a:srgbClr val="77796F"/>
                </a:solidFill>
                <a:latin typeface="Arial"/>
                <a:ea typeface="Arial"/>
                <a:cs typeface="Arial"/>
              </a:defRPr>
            </a:lvl2pPr>
            <a:lvl3pPr algn="l">
              <a:defRPr sz="1650" b="0">
                <a:solidFill>
                  <a:srgbClr val="77796F"/>
                </a:solidFill>
                <a:latin typeface="Arial"/>
                <a:ea typeface="Arial"/>
                <a:cs typeface="Arial"/>
              </a:defRPr>
            </a:lvl3pPr>
            <a:lvl4pPr algn="l">
              <a:defRPr sz="1650" b="0">
                <a:solidFill>
                  <a:srgbClr val="77796F"/>
                </a:solidFill>
                <a:latin typeface="Arial"/>
                <a:ea typeface="Arial"/>
                <a:cs typeface="Arial"/>
              </a:defRPr>
            </a:lvl4pPr>
            <a:lvl5pPr algn="l">
              <a:defRPr sz="1650" b="0">
                <a:solidFill>
                  <a:srgbClr val="77796F"/>
                </a:solidFill>
                <a:latin typeface="Arial"/>
                <a:ea typeface="Arial"/>
                <a:cs typeface="Arial"/>
              </a:defRPr>
            </a:lvl5pPr>
            <a:lvl6pPr algn="l">
              <a:defRPr sz="1650" b="0">
                <a:solidFill>
                  <a:srgbClr val="77796F"/>
                </a:solidFill>
                <a:latin typeface="Arial"/>
                <a:ea typeface="Arial"/>
                <a:cs typeface="Arial"/>
              </a:defRPr>
            </a:lvl6pPr>
            <a:lvl7pPr algn="l">
              <a:defRPr sz="1650" b="0">
                <a:solidFill>
                  <a:srgbClr val="77796F"/>
                </a:solidFill>
                <a:latin typeface="Arial"/>
                <a:ea typeface="Arial"/>
                <a:cs typeface="Arial"/>
              </a:defRPr>
            </a:lvl7pPr>
            <a:lvl8pPr algn="l">
              <a:defRPr sz="1650" b="0">
                <a:solidFill>
                  <a:srgbClr val="77796F"/>
                </a:solidFill>
                <a:latin typeface="Arial"/>
                <a:ea typeface="Arial"/>
                <a:cs typeface="Arial"/>
              </a:defRPr>
            </a:lvl8pPr>
            <a:lvl9pPr algn="l">
              <a:defRPr sz="1650" b="0">
                <a:solidFill>
                  <a:srgbClr val="77796F"/>
                </a:solidFill>
                <a:latin typeface="Arial"/>
                <a:ea typeface="Arial"/>
                <a:cs typeface="Arial"/>
              </a:defRPr>
            </a:lvl9pPr>
          </a:lstStyle>
          <a:p xmlns:a="http://schemas.openxmlformats.org/drawingml/2006/main">
            <a:pPr algn="l">
              <a:lnSpc>
                <a:spcPct val="105000"/>
              </a:lnSpc>
              <a:buNone/>
              <a:defRPr sz="1650" b="0">
                <a:solidFill>
                  <a:srgbClr val="77796F"/>
                </a:solidFill>
                <a:latin typeface="Arial"/>
                <a:ea typeface="Arial"/>
                <a:cs typeface="Arial"/>
              </a:defRPr>
            </a:pPr>
            <a:r>
              <a:rPr sz="1650" b="0">
                <a:solidFill>
                  <a:srgbClr val="77796F"/>
                </a:solidFill>
                <a:latin typeface="Arial"/>
                <a:ea typeface="Arial"/>
                <a:cs typeface="Arial"/>
              </a:rPr>
              <a:t>Browser-first learning with private learner data and external AI providers.</a:t>
            </a:r>
          </a:p>
        </p:txBody>
      </p:sp>
      <p:sp>
        <p:nvSpPr>
          <p:cNvPr id="5" name="browser-box">
            <a:extLst xmlns:a="http://schemas.openxmlformats.org/drawingml/2006/main">
              <a:ext uri="{FF2B5EF4-FFF2-40B4-BE49-F238E27FC236}">
                <a16:creationId xmlns:a16="http://schemas.microsoft.com/office/drawing/2014/main" id="{E13B103F-F098-4F0D-BFB3-DE4B744E21DF}"/>
              </a:ext>
            </a:extLst>
          </p:cNvPr>
          <p:cNvSpPr>
            <a:spLocks xmlns:a="http://schemas.openxmlformats.org/drawingml/2006/main" noGrp="1"/>
          </p:cNvSpPr>
          <p:nvPr/>
        </p:nvSpPr>
        <p:spPr>
          <a:xfrm xmlns:a="http://schemas.openxmlformats.org/drawingml/2006/main">
            <a:off x="609600" y="1952625"/>
            <a:ext cx="2238375" cy="1190625"/>
          </a:xfrm>
          <a:prstGeom xmlns:a="http://schemas.openxmlformats.org/drawingml/2006/main" prst="rect">
            <a:avLst/>
          </a:prstGeom>
          <a:solidFill xmlns:a="http://schemas.openxmlformats.org/drawingml/2006/main">
            <a:srgbClr val="E9E7DB"/>
          </a:solidFill>
          <a:ln xmlns:a="http://schemas.openxmlformats.org/drawingml/2006/main" w="9525">
            <a:solidFill>
              <a:srgbClr val="D5D5C6"/>
            </a:solidFill>
            <a:prstDash val="solid"/>
          </a:ln>
        </p:spPr>
      </p:sp>
      <p:sp>
        <p:nvSpPr>
          <p:cNvPr id="6" name="browser-title">
            <a:extLst xmlns:a="http://schemas.openxmlformats.org/drawingml/2006/main">
              <a:ext uri="{FF2B5EF4-FFF2-40B4-BE49-F238E27FC236}">
                <a16:creationId xmlns:a16="http://schemas.microsoft.com/office/drawing/2014/main" id="{C86B9A8B-D72B-4C36-84C9-9D81071A76E3}"/>
              </a:ext>
            </a:extLst>
          </p:cNvPr>
          <p:cNvSpPr>
            <a:spLocks xmlns:a="http://schemas.openxmlformats.org/drawingml/2006/main" noGrp="1"/>
          </p:cNvSpPr>
          <p:nvPr/>
        </p:nvSpPr>
        <p:spPr>
          <a:xfrm xmlns:a="http://schemas.openxmlformats.org/drawingml/2006/main">
            <a:off x="781050" y="2105025"/>
            <a:ext cx="18954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53B30"/>
                </a:solidFill>
                <a:latin typeface="Arial"/>
                <a:ea typeface="Arial"/>
                <a:cs typeface="Arial"/>
              </a:defRPr>
            </a:defPPr>
            <a:lvl1pPr algn="l">
              <a:defRPr sz="1650" b="1">
                <a:solidFill>
                  <a:srgbClr val="253B30"/>
                </a:solidFill>
                <a:latin typeface="Arial"/>
                <a:ea typeface="Arial"/>
                <a:cs typeface="Arial"/>
              </a:defRPr>
            </a:lvl1pPr>
            <a:lvl2pPr algn="l">
              <a:defRPr sz="1650" b="1">
                <a:solidFill>
                  <a:srgbClr val="253B30"/>
                </a:solidFill>
                <a:latin typeface="Arial"/>
                <a:ea typeface="Arial"/>
                <a:cs typeface="Arial"/>
              </a:defRPr>
            </a:lvl2pPr>
            <a:lvl3pPr algn="l">
              <a:defRPr sz="1650" b="1">
                <a:solidFill>
                  <a:srgbClr val="253B30"/>
                </a:solidFill>
                <a:latin typeface="Arial"/>
                <a:ea typeface="Arial"/>
                <a:cs typeface="Arial"/>
              </a:defRPr>
            </a:lvl3pPr>
            <a:lvl4pPr algn="l">
              <a:defRPr sz="1650" b="1">
                <a:solidFill>
                  <a:srgbClr val="253B30"/>
                </a:solidFill>
                <a:latin typeface="Arial"/>
                <a:ea typeface="Arial"/>
                <a:cs typeface="Arial"/>
              </a:defRPr>
            </a:lvl4pPr>
            <a:lvl5pPr algn="l">
              <a:defRPr sz="1650" b="1">
                <a:solidFill>
                  <a:srgbClr val="253B30"/>
                </a:solidFill>
                <a:latin typeface="Arial"/>
                <a:ea typeface="Arial"/>
                <a:cs typeface="Arial"/>
              </a:defRPr>
            </a:lvl5pPr>
            <a:lvl6pPr algn="l">
              <a:defRPr sz="1650" b="1">
                <a:solidFill>
                  <a:srgbClr val="253B30"/>
                </a:solidFill>
                <a:latin typeface="Arial"/>
                <a:ea typeface="Arial"/>
                <a:cs typeface="Arial"/>
              </a:defRPr>
            </a:lvl6pPr>
            <a:lvl7pPr algn="l">
              <a:defRPr sz="1650" b="1">
                <a:solidFill>
                  <a:srgbClr val="253B30"/>
                </a:solidFill>
                <a:latin typeface="Arial"/>
                <a:ea typeface="Arial"/>
                <a:cs typeface="Arial"/>
              </a:defRPr>
            </a:lvl7pPr>
            <a:lvl8pPr algn="l">
              <a:defRPr sz="1650" b="1">
                <a:solidFill>
                  <a:srgbClr val="253B30"/>
                </a:solidFill>
                <a:latin typeface="Arial"/>
                <a:ea typeface="Arial"/>
                <a:cs typeface="Arial"/>
              </a:defRPr>
            </a:lvl8pPr>
            <a:lvl9pPr algn="l">
              <a:defRPr sz="1650" b="1">
                <a:solidFill>
                  <a:srgbClr val="253B30"/>
                </a:solidFill>
                <a:latin typeface="Arial"/>
                <a:ea typeface="Arial"/>
                <a:cs typeface="Arial"/>
              </a:defRPr>
            </a:lvl9pPr>
          </a:lstStyle>
          <a:p xmlns:a="http://schemas.openxmlformats.org/drawingml/2006/main">
            <a:pPr algn="l">
              <a:lnSpc>
                <a:spcPct val="105000"/>
              </a:lnSpc>
              <a:buNone/>
              <a:defRPr sz="1650" b="1">
                <a:solidFill>
                  <a:srgbClr val="253B30"/>
                </a:solidFill>
                <a:latin typeface="Arial"/>
                <a:ea typeface="Arial"/>
                <a:cs typeface="Arial"/>
              </a:defRPr>
            </a:pPr>
            <a:r>
              <a:rPr sz="1650" b="1">
                <a:solidFill>
                  <a:srgbClr val="253B30"/>
                </a:solidFill>
                <a:latin typeface="Arial"/>
                <a:ea typeface="Arial"/>
                <a:cs typeface="Arial"/>
              </a:rPr>
              <a:t>Learner browser</a:t>
            </a:r>
          </a:p>
        </p:txBody>
      </p:sp>
      <p:sp>
        <p:nvSpPr>
          <p:cNvPr id="7" name="browser-body">
            <a:extLst xmlns:a="http://schemas.openxmlformats.org/drawingml/2006/main">
              <a:ext uri="{FF2B5EF4-FFF2-40B4-BE49-F238E27FC236}">
                <a16:creationId xmlns:a16="http://schemas.microsoft.com/office/drawing/2014/main" id="{139E5B21-091E-43C4-964E-B76A1FC6ED94}"/>
              </a:ext>
            </a:extLst>
          </p:cNvPr>
          <p:cNvSpPr>
            <a:spLocks xmlns:a="http://schemas.openxmlformats.org/drawingml/2006/main" noGrp="1"/>
          </p:cNvSpPr>
          <p:nvPr/>
        </p:nvSpPr>
        <p:spPr>
          <a:xfrm xmlns:a="http://schemas.openxmlformats.org/drawingml/2006/main">
            <a:off x="781050" y="2476500"/>
            <a:ext cx="189547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8702"/>
          </a:bodyPr>
          <a:lstStyle xmlns:a="http://schemas.openxmlformats.org/drawingml/2006/main">
            <a:defPPr algn="l">
              <a:defRPr sz="1275" b="0">
                <a:solidFill>
                  <a:srgbClr val="343931"/>
                </a:solidFill>
                <a:latin typeface="Arial"/>
                <a:ea typeface="Arial"/>
                <a:cs typeface="Arial"/>
              </a:defRPr>
            </a:defPPr>
            <a:lvl1pPr algn="l">
              <a:defRPr sz="1275" b="0">
                <a:solidFill>
                  <a:srgbClr val="343931"/>
                </a:solidFill>
                <a:latin typeface="Arial"/>
                <a:ea typeface="Arial"/>
                <a:cs typeface="Arial"/>
              </a:defRPr>
            </a:lvl1pPr>
            <a:lvl2pPr algn="l">
              <a:defRPr sz="1275" b="0">
                <a:solidFill>
                  <a:srgbClr val="343931"/>
                </a:solidFill>
                <a:latin typeface="Arial"/>
                <a:ea typeface="Arial"/>
                <a:cs typeface="Arial"/>
              </a:defRPr>
            </a:lvl2pPr>
            <a:lvl3pPr algn="l">
              <a:defRPr sz="1275" b="0">
                <a:solidFill>
                  <a:srgbClr val="343931"/>
                </a:solidFill>
                <a:latin typeface="Arial"/>
                <a:ea typeface="Arial"/>
                <a:cs typeface="Arial"/>
              </a:defRPr>
            </a:lvl3pPr>
            <a:lvl4pPr algn="l">
              <a:defRPr sz="1275" b="0">
                <a:solidFill>
                  <a:srgbClr val="343931"/>
                </a:solidFill>
                <a:latin typeface="Arial"/>
                <a:ea typeface="Arial"/>
                <a:cs typeface="Arial"/>
              </a:defRPr>
            </a:lvl4pPr>
            <a:lvl5pPr algn="l">
              <a:defRPr sz="1275" b="0">
                <a:solidFill>
                  <a:srgbClr val="343931"/>
                </a:solidFill>
                <a:latin typeface="Arial"/>
                <a:ea typeface="Arial"/>
                <a:cs typeface="Arial"/>
              </a:defRPr>
            </a:lvl5pPr>
            <a:lvl6pPr algn="l">
              <a:defRPr sz="1275" b="0">
                <a:solidFill>
                  <a:srgbClr val="343931"/>
                </a:solidFill>
                <a:latin typeface="Arial"/>
                <a:ea typeface="Arial"/>
                <a:cs typeface="Arial"/>
              </a:defRPr>
            </a:lvl6pPr>
            <a:lvl7pPr algn="l">
              <a:defRPr sz="1275" b="0">
                <a:solidFill>
                  <a:srgbClr val="343931"/>
                </a:solidFill>
                <a:latin typeface="Arial"/>
                <a:ea typeface="Arial"/>
                <a:cs typeface="Arial"/>
              </a:defRPr>
            </a:lvl7pPr>
            <a:lvl8pPr algn="l">
              <a:defRPr sz="1275" b="0">
                <a:solidFill>
                  <a:srgbClr val="343931"/>
                </a:solidFill>
                <a:latin typeface="Arial"/>
                <a:ea typeface="Arial"/>
                <a:cs typeface="Arial"/>
              </a:defRPr>
            </a:lvl8pPr>
            <a:lvl9pPr algn="l">
              <a:defRPr sz="1275" b="0">
                <a:solidFill>
                  <a:srgbClr val="343931"/>
                </a:solidFill>
                <a:latin typeface="Arial"/>
                <a:ea typeface="Arial"/>
                <a:cs typeface="Arial"/>
              </a:defRPr>
            </a:lvl9pPr>
          </a:lstStyle>
          <a:p xmlns:a="http://schemas.openxmlformats.org/drawingml/2006/main">
            <a:pPr algn="l">
              <a:lnSpc>
                <a:spcPct val="105000"/>
              </a:lnSpc>
              <a:buNone/>
              <a:defRPr sz="1275" b="0">
                <a:solidFill>
                  <a:srgbClr val="343931"/>
                </a:solidFill>
                <a:latin typeface="Arial"/>
                <a:ea typeface="Arial"/>
                <a:cs typeface="Arial"/>
              </a:defRPr>
            </a:pPr>
            <a:r>
              <a:rPr sz="1275" b="0">
                <a:solidFill>
                  <a:srgbClr val="343931"/>
                </a:solidFill>
                <a:latin typeface="Arial"/>
                <a:ea typeface="Arial"/>
                <a:cs typeface="Arial"/>
              </a:rPr>
              <a:t>TanStack UI</a:t>
            </a:r>
          </a:p>
          <a:p xmlns:a="http://schemas.openxmlformats.org/drawingml/2006/main">
            <a:pPr algn="l">
              <a:lnSpc>
                <a:spcPct val="105000"/>
              </a:lnSpc>
              <a:buNone/>
              <a:defRPr sz="1275" b="0">
                <a:solidFill>
                  <a:srgbClr val="343931"/>
                </a:solidFill>
                <a:latin typeface="Arial"/>
                <a:ea typeface="Arial"/>
                <a:cs typeface="Arial"/>
              </a:defRPr>
            </a:pPr>
            <a:r>
              <a:rPr sz="1275" b="0">
                <a:solidFill>
                  <a:srgbClr val="343931"/>
                </a:solidFill>
                <a:latin typeface="Arial"/>
                <a:ea typeface="Arial"/>
                <a:cs typeface="Arial"/>
              </a:rPr>
              <a:t>Player + transcript</a:t>
            </a:r>
          </a:p>
          <a:p xmlns:a="http://schemas.openxmlformats.org/drawingml/2006/main">
            <a:pPr algn="l">
              <a:lnSpc>
                <a:spcPct val="105000"/>
              </a:lnSpc>
              <a:buNone/>
              <a:defRPr sz="1275" b="0">
                <a:solidFill>
                  <a:srgbClr val="343931"/>
                </a:solidFill>
                <a:latin typeface="Arial"/>
                <a:ea typeface="Arial"/>
                <a:cs typeface="Arial"/>
              </a:defRPr>
            </a:pPr>
            <a:r>
              <a:rPr sz="1275" b="0">
                <a:solidFill>
                  <a:srgbClr val="343931"/>
                </a:solidFill>
                <a:latin typeface="Arial"/>
                <a:ea typeface="Arial"/>
                <a:cs typeface="Arial"/>
              </a:rPr>
              <a:t>Personal study pages</a:t>
            </a:r>
          </a:p>
        </p:txBody>
      </p:sp>
      <p:sp>
        <p:nvSpPr>
          <p:cNvPr id="8" name="app-box">
            <a:extLst xmlns:a="http://schemas.openxmlformats.org/drawingml/2006/main">
              <a:ext uri="{FF2B5EF4-FFF2-40B4-BE49-F238E27FC236}">
                <a16:creationId xmlns:a16="http://schemas.microsoft.com/office/drawing/2014/main" id="{C8F32844-7C7A-4D69-8C25-6A4F8DE6F9FD}"/>
              </a:ext>
            </a:extLst>
          </p:cNvPr>
          <p:cNvSpPr>
            <a:spLocks xmlns:a="http://schemas.openxmlformats.org/drawingml/2006/main" noGrp="1"/>
          </p:cNvSpPr>
          <p:nvPr/>
        </p:nvSpPr>
        <p:spPr>
          <a:xfrm xmlns:a="http://schemas.openxmlformats.org/drawingml/2006/main">
            <a:off x="3400425" y="1952625"/>
            <a:ext cx="2476500" cy="1190625"/>
          </a:xfrm>
          <a:prstGeom xmlns:a="http://schemas.openxmlformats.org/drawingml/2006/main" prst="rect">
            <a:avLst/>
          </a:prstGeom>
          <a:solidFill xmlns:a="http://schemas.openxmlformats.org/drawingml/2006/main">
            <a:srgbClr val="E6ECE7"/>
          </a:solidFill>
          <a:ln xmlns:a="http://schemas.openxmlformats.org/drawingml/2006/main" w="9525">
            <a:solidFill>
              <a:srgbClr val="D5D5C6"/>
            </a:solidFill>
            <a:prstDash val="solid"/>
          </a:ln>
        </p:spPr>
      </p:sp>
      <p:sp>
        <p:nvSpPr>
          <p:cNvPr id="9" name="app-title">
            <a:extLst xmlns:a="http://schemas.openxmlformats.org/drawingml/2006/main">
              <a:ext uri="{FF2B5EF4-FFF2-40B4-BE49-F238E27FC236}">
                <a16:creationId xmlns:a16="http://schemas.microsoft.com/office/drawing/2014/main" id="{64AA7AEC-31FB-4757-8D66-DCCD0A31F422}"/>
              </a:ext>
            </a:extLst>
          </p:cNvPr>
          <p:cNvSpPr>
            <a:spLocks xmlns:a="http://schemas.openxmlformats.org/drawingml/2006/main" noGrp="1"/>
          </p:cNvSpPr>
          <p:nvPr/>
        </p:nvSpPr>
        <p:spPr>
          <a:xfrm xmlns:a="http://schemas.openxmlformats.org/drawingml/2006/main">
            <a:off x="3571875" y="2105025"/>
            <a:ext cx="2133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53B30"/>
                </a:solidFill>
                <a:latin typeface="Arial"/>
                <a:ea typeface="Arial"/>
                <a:cs typeface="Arial"/>
              </a:defRPr>
            </a:defPPr>
            <a:lvl1pPr algn="l">
              <a:defRPr sz="1650" b="1">
                <a:solidFill>
                  <a:srgbClr val="253B30"/>
                </a:solidFill>
                <a:latin typeface="Arial"/>
                <a:ea typeface="Arial"/>
                <a:cs typeface="Arial"/>
              </a:defRPr>
            </a:lvl1pPr>
            <a:lvl2pPr algn="l">
              <a:defRPr sz="1650" b="1">
                <a:solidFill>
                  <a:srgbClr val="253B30"/>
                </a:solidFill>
                <a:latin typeface="Arial"/>
                <a:ea typeface="Arial"/>
                <a:cs typeface="Arial"/>
              </a:defRPr>
            </a:lvl2pPr>
            <a:lvl3pPr algn="l">
              <a:defRPr sz="1650" b="1">
                <a:solidFill>
                  <a:srgbClr val="253B30"/>
                </a:solidFill>
                <a:latin typeface="Arial"/>
                <a:ea typeface="Arial"/>
                <a:cs typeface="Arial"/>
              </a:defRPr>
            </a:lvl3pPr>
            <a:lvl4pPr algn="l">
              <a:defRPr sz="1650" b="1">
                <a:solidFill>
                  <a:srgbClr val="253B30"/>
                </a:solidFill>
                <a:latin typeface="Arial"/>
                <a:ea typeface="Arial"/>
                <a:cs typeface="Arial"/>
              </a:defRPr>
            </a:lvl4pPr>
            <a:lvl5pPr algn="l">
              <a:defRPr sz="1650" b="1">
                <a:solidFill>
                  <a:srgbClr val="253B30"/>
                </a:solidFill>
                <a:latin typeface="Arial"/>
                <a:ea typeface="Arial"/>
                <a:cs typeface="Arial"/>
              </a:defRPr>
            </a:lvl5pPr>
            <a:lvl6pPr algn="l">
              <a:defRPr sz="1650" b="1">
                <a:solidFill>
                  <a:srgbClr val="253B30"/>
                </a:solidFill>
                <a:latin typeface="Arial"/>
                <a:ea typeface="Arial"/>
                <a:cs typeface="Arial"/>
              </a:defRPr>
            </a:lvl6pPr>
            <a:lvl7pPr algn="l">
              <a:defRPr sz="1650" b="1">
                <a:solidFill>
                  <a:srgbClr val="253B30"/>
                </a:solidFill>
                <a:latin typeface="Arial"/>
                <a:ea typeface="Arial"/>
                <a:cs typeface="Arial"/>
              </a:defRPr>
            </a:lvl7pPr>
            <a:lvl8pPr algn="l">
              <a:defRPr sz="1650" b="1">
                <a:solidFill>
                  <a:srgbClr val="253B30"/>
                </a:solidFill>
                <a:latin typeface="Arial"/>
                <a:ea typeface="Arial"/>
                <a:cs typeface="Arial"/>
              </a:defRPr>
            </a:lvl8pPr>
            <a:lvl9pPr algn="l">
              <a:defRPr sz="1650" b="1">
                <a:solidFill>
                  <a:srgbClr val="253B30"/>
                </a:solidFill>
                <a:latin typeface="Arial"/>
                <a:ea typeface="Arial"/>
                <a:cs typeface="Arial"/>
              </a:defRPr>
            </a:lvl9pPr>
          </a:lstStyle>
          <a:p xmlns:a="http://schemas.openxmlformats.org/drawingml/2006/main">
            <a:pPr algn="l">
              <a:lnSpc>
                <a:spcPct val="105000"/>
              </a:lnSpc>
              <a:buNone/>
              <a:defRPr sz="1650" b="1">
                <a:solidFill>
                  <a:srgbClr val="253B30"/>
                </a:solidFill>
                <a:latin typeface="Arial"/>
                <a:ea typeface="Arial"/>
                <a:cs typeface="Arial"/>
              </a:defRPr>
            </a:pPr>
            <a:r>
              <a:rPr sz="1650" b="1">
                <a:solidFill>
                  <a:srgbClr val="253B30"/>
                </a:solidFill>
                <a:latin typeface="Arial"/>
                <a:ea typeface="Arial"/>
                <a:cs typeface="Arial"/>
              </a:rPr>
              <a:t>Horizon application</a:t>
            </a:r>
          </a:p>
        </p:txBody>
      </p:sp>
      <p:sp>
        <p:nvSpPr>
          <p:cNvPr id="10" name="app-body">
            <a:extLst xmlns:a="http://schemas.openxmlformats.org/drawingml/2006/main">
              <a:ext uri="{FF2B5EF4-FFF2-40B4-BE49-F238E27FC236}">
                <a16:creationId xmlns:a16="http://schemas.microsoft.com/office/drawing/2014/main" id="{83E5E5C2-1714-42BD-8B9D-3264519B6BC2}"/>
              </a:ext>
            </a:extLst>
          </p:cNvPr>
          <p:cNvSpPr>
            <a:spLocks xmlns:a="http://schemas.openxmlformats.org/drawingml/2006/main" noGrp="1"/>
          </p:cNvSpPr>
          <p:nvPr/>
        </p:nvSpPr>
        <p:spPr>
          <a:xfrm xmlns:a="http://schemas.openxmlformats.org/drawingml/2006/main">
            <a:off x="3571875" y="2476500"/>
            <a:ext cx="21336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8702"/>
          </a:bodyPr>
          <a:lstStyle xmlns:a="http://schemas.openxmlformats.org/drawingml/2006/main">
            <a:defPPr algn="l">
              <a:defRPr sz="1275" b="0">
                <a:solidFill>
                  <a:srgbClr val="343931"/>
                </a:solidFill>
                <a:latin typeface="Arial"/>
                <a:ea typeface="Arial"/>
                <a:cs typeface="Arial"/>
              </a:defRPr>
            </a:defPPr>
            <a:lvl1pPr algn="l">
              <a:defRPr sz="1275" b="0">
                <a:solidFill>
                  <a:srgbClr val="343931"/>
                </a:solidFill>
                <a:latin typeface="Arial"/>
                <a:ea typeface="Arial"/>
                <a:cs typeface="Arial"/>
              </a:defRPr>
            </a:lvl1pPr>
            <a:lvl2pPr algn="l">
              <a:defRPr sz="1275" b="0">
                <a:solidFill>
                  <a:srgbClr val="343931"/>
                </a:solidFill>
                <a:latin typeface="Arial"/>
                <a:ea typeface="Arial"/>
                <a:cs typeface="Arial"/>
              </a:defRPr>
            </a:lvl2pPr>
            <a:lvl3pPr algn="l">
              <a:defRPr sz="1275" b="0">
                <a:solidFill>
                  <a:srgbClr val="343931"/>
                </a:solidFill>
                <a:latin typeface="Arial"/>
                <a:ea typeface="Arial"/>
                <a:cs typeface="Arial"/>
              </a:defRPr>
            </a:lvl3pPr>
            <a:lvl4pPr algn="l">
              <a:defRPr sz="1275" b="0">
                <a:solidFill>
                  <a:srgbClr val="343931"/>
                </a:solidFill>
                <a:latin typeface="Arial"/>
                <a:ea typeface="Arial"/>
                <a:cs typeface="Arial"/>
              </a:defRPr>
            </a:lvl4pPr>
            <a:lvl5pPr algn="l">
              <a:defRPr sz="1275" b="0">
                <a:solidFill>
                  <a:srgbClr val="343931"/>
                </a:solidFill>
                <a:latin typeface="Arial"/>
                <a:ea typeface="Arial"/>
                <a:cs typeface="Arial"/>
              </a:defRPr>
            </a:lvl5pPr>
            <a:lvl6pPr algn="l">
              <a:defRPr sz="1275" b="0">
                <a:solidFill>
                  <a:srgbClr val="343931"/>
                </a:solidFill>
                <a:latin typeface="Arial"/>
                <a:ea typeface="Arial"/>
                <a:cs typeface="Arial"/>
              </a:defRPr>
            </a:lvl6pPr>
            <a:lvl7pPr algn="l">
              <a:defRPr sz="1275" b="0">
                <a:solidFill>
                  <a:srgbClr val="343931"/>
                </a:solidFill>
                <a:latin typeface="Arial"/>
                <a:ea typeface="Arial"/>
                <a:cs typeface="Arial"/>
              </a:defRPr>
            </a:lvl7pPr>
            <a:lvl8pPr algn="l">
              <a:defRPr sz="1275" b="0">
                <a:solidFill>
                  <a:srgbClr val="343931"/>
                </a:solidFill>
                <a:latin typeface="Arial"/>
                <a:ea typeface="Arial"/>
                <a:cs typeface="Arial"/>
              </a:defRPr>
            </a:lvl8pPr>
            <a:lvl9pPr algn="l">
              <a:defRPr sz="1275" b="0">
                <a:solidFill>
                  <a:srgbClr val="343931"/>
                </a:solidFill>
                <a:latin typeface="Arial"/>
                <a:ea typeface="Arial"/>
                <a:cs typeface="Arial"/>
              </a:defRPr>
            </a:lvl9pPr>
          </a:lstStyle>
          <a:p xmlns:a="http://schemas.openxmlformats.org/drawingml/2006/main">
            <a:pPr algn="l">
              <a:lnSpc>
                <a:spcPct val="105000"/>
              </a:lnSpc>
              <a:buNone/>
              <a:defRPr sz="1275" b="0">
                <a:solidFill>
                  <a:srgbClr val="343931"/>
                </a:solidFill>
                <a:latin typeface="Arial"/>
                <a:ea typeface="Arial"/>
                <a:cs typeface="Arial"/>
              </a:defRPr>
            </a:pPr>
            <a:r>
              <a:rPr sz="1275" b="0">
                <a:solidFill>
                  <a:srgbClr val="343931"/>
                </a:solidFill>
                <a:latin typeface="Arial"/>
                <a:ea typeface="Arial"/>
                <a:cs typeface="Arial"/>
              </a:rPr>
              <a:t>Auth gate · API routes</a:t>
            </a:r>
          </a:p>
          <a:p xmlns:a="http://schemas.openxmlformats.org/drawingml/2006/main">
            <a:pPr algn="l">
              <a:lnSpc>
                <a:spcPct val="105000"/>
              </a:lnSpc>
              <a:buNone/>
              <a:defRPr sz="1275" b="0">
                <a:solidFill>
                  <a:srgbClr val="343931"/>
                </a:solidFill>
                <a:latin typeface="Arial"/>
                <a:ea typeface="Arial"/>
                <a:cs typeface="Arial"/>
              </a:defRPr>
            </a:pPr>
            <a:r>
              <a:rPr sz="1275" b="0">
                <a:solidFill>
                  <a:srgbClr val="343931"/>
                </a:solidFill>
                <a:latin typeface="Arial"/>
                <a:ea typeface="Arial"/>
                <a:cs typeface="Arial"/>
              </a:rPr>
              <a:t>Retrieval · quizzes</a:t>
            </a:r>
          </a:p>
          <a:p xmlns:a="http://schemas.openxmlformats.org/drawingml/2006/main">
            <a:pPr algn="l">
              <a:lnSpc>
                <a:spcPct val="105000"/>
              </a:lnSpc>
              <a:buNone/>
              <a:defRPr sz="1275" b="0">
                <a:solidFill>
                  <a:srgbClr val="343931"/>
                </a:solidFill>
                <a:latin typeface="Arial"/>
                <a:ea typeface="Arial"/>
                <a:cs typeface="Arial"/>
              </a:defRPr>
            </a:pPr>
            <a:r>
              <a:rPr sz="1275" b="0">
                <a:solidFill>
                  <a:srgbClr val="343931"/>
                </a:solidFill>
                <a:latin typeface="Arial"/>
                <a:ea typeface="Arial"/>
                <a:cs typeface="Arial"/>
              </a:rPr>
              <a:t>Upload orchestration</a:t>
            </a:r>
          </a:p>
        </p:txBody>
      </p:sp>
      <p:sp>
        <p:nvSpPr>
          <p:cNvPr id="11" name="supabase-box">
            <a:extLst xmlns:a="http://schemas.openxmlformats.org/drawingml/2006/main">
              <a:ext uri="{FF2B5EF4-FFF2-40B4-BE49-F238E27FC236}">
                <a16:creationId xmlns:a16="http://schemas.microsoft.com/office/drawing/2014/main" id="{1C724F68-0935-4D99-B999-7C2AABAF89C5}"/>
              </a:ext>
            </a:extLst>
          </p:cNvPr>
          <p:cNvSpPr>
            <a:spLocks xmlns:a="http://schemas.openxmlformats.org/drawingml/2006/main" noGrp="1"/>
          </p:cNvSpPr>
          <p:nvPr/>
        </p:nvSpPr>
        <p:spPr>
          <a:xfrm xmlns:a="http://schemas.openxmlformats.org/drawingml/2006/main">
            <a:off x="6448425" y="1952625"/>
            <a:ext cx="2495550" cy="1190625"/>
          </a:xfrm>
          <a:prstGeom xmlns:a="http://schemas.openxmlformats.org/drawingml/2006/main" prst="rect">
            <a:avLst/>
          </a:prstGeom>
          <a:solidFill xmlns:a="http://schemas.openxmlformats.org/drawingml/2006/main">
            <a:srgbClr val="E9E7DB"/>
          </a:solidFill>
          <a:ln xmlns:a="http://schemas.openxmlformats.org/drawingml/2006/main" w="9525">
            <a:solidFill>
              <a:srgbClr val="D5D5C6"/>
            </a:solidFill>
            <a:prstDash val="solid"/>
          </a:ln>
        </p:spPr>
      </p:sp>
      <p:sp>
        <p:nvSpPr>
          <p:cNvPr id="12" name="supabase-title">
            <a:extLst xmlns:a="http://schemas.openxmlformats.org/drawingml/2006/main">
              <a:ext uri="{FF2B5EF4-FFF2-40B4-BE49-F238E27FC236}">
                <a16:creationId xmlns:a16="http://schemas.microsoft.com/office/drawing/2014/main" id="{CC81AF50-2F2A-4EBE-9DB5-F0E8EA72BC8E}"/>
              </a:ext>
            </a:extLst>
          </p:cNvPr>
          <p:cNvSpPr>
            <a:spLocks xmlns:a="http://schemas.openxmlformats.org/drawingml/2006/main" noGrp="1"/>
          </p:cNvSpPr>
          <p:nvPr/>
        </p:nvSpPr>
        <p:spPr>
          <a:xfrm xmlns:a="http://schemas.openxmlformats.org/drawingml/2006/main">
            <a:off x="6619875" y="2105025"/>
            <a:ext cx="21526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53B30"/>
                </a:solidFill>
                <a:latin typeface="Arial"/>
                <a:ea typeface="Arial"/>
                <a:cs typeface="Arial"/>
              </a:defRPr>
            </a:defPPr>
            <a:lvl1pPr algn="l">
              <a:defRPr sz="1650" b="1">
                <a:solidFill>
                  <a:srgbClr val="253B30"/>
                </a:solidFill>
                <a:latin typeface="Arial"/>
                <a:ea typeface="Arial"/>
                <a:cs typeface="Arial"/>
              </a:defRPr>
            </a:lvl1pPr>
            <a:lvl2pPr algn="l">
              <a:defRPr sz="1650" b="1">
                <a:solidFill>
                  <a:srgbClr val="253B30"/>
                </a:solidFill>
                <a:latin typeface="Arial"/>
                <a:ea typeface="Arial"/>
                <a:cs typeface="Arial"/>
              </a:defRPr>
            </a:lvl2pPr>
            <a:lvl3pPr algn="l">
              <a:defRPr sz="1650" b="1">
                <a:solidFill>
                  <a:srgbClr val="253B30"/>
                </a:solidFill>
                <a:latin typeface="Arial"/>
                <a:ea typeface="Arial"/>
                <a:cs typeface="Arial"/>
              </a:defRPr>
            </a:lvl3pPr>
            <a:lvl4pPr algn="l">
              <a:defRPr sz="1650" b="1">
                <a:solidFill>
                  <a:srgbClr val="253B30"/>
                </a:solidFill>
                <a:latin typeface="Arial"/>
                <a:ea typeface="Arial"/>
                <a:cs typeface="Arial"/>
              </a:defRPr>
            </a:lvl4pPr>
            <a:lvl5pPr algn="l">
              <a:defRPr sz="1650" b="1">
                <a:solidFill>
                  <a:srgbClr val="253B30"/>
                </a:solidFill>
                <a:latin typeface="Arial"/>
                <a:ea typeface="Arial"/>
                <a:cs typeface="Arial"/>
              </a:defRPr>
            </a:lvl5pPr>
            <a:lvl6pPr algn="l">
              <a:defRPr sz="1650" b="1">
                <a:solidFill>
                  <a:srgbClr val="253B30"/>
                </a:solidFill>
                <a:latin typeface="Arial"/>
                <a:ea typeface="Arial"/>
                <a:cs typeface="Arial"/>
              </a:defRPr>
            </a:lvl6pPr>
            <a:lvl7pPr algn="l">
              <a:defRPr sz="1650" b="1">
                <a:solidFill>
                  <a:srgbClr val="253B30"/>
                </a:solidFill>
                <a:latin typeface="Arial"/>
                <a:ea typeface="Arial"/>
                <a:cs typeface="Arial"/>
              </a:defRPr>
            </a:lvl7pPr>
            <a:lvl8pPr algn="l">
              <a:defRPr sz="1650" b="1">
                <a:solidFill>
                  <a:srgbClr val="253B30"/>
                </a:solidFill>
                <a:latin typeface="Arial"/>
                <a:ea typeface="Arial"/>
                <a:cs typeface="Arial"/>
              </a:defRPr>
            </a:lvl8pPr>
            <a:lvl9pPr algn="l">
              <a:defRPr sz="1650" b="1">
                <a:solidFill>
                  <a:srgbClr val="253B30"/>
                </a:solidFill>
                <a:latin typeface="Arial"/>
                <a:ea typeface="Arial"/>
                <a:cs typeface="Arial"/>
              </a:defRPr>
            </a:lvl9pPr>
          </a:lstStyle>
          <a:p xmlns:a="http://schemas.openxmlformats.org/drawingml/2006/main">
            <a:pPr algn="l">
              <a:lnSpc>
                <a:spcPct val="105000"/>
              </a:lnSpc>
              <a:buNone/>
              <a:defRPr sz="1650" b="1">
                <a:solidFill>
                  <a:srgbClr val="253B30"/>
                </a:solidFill>
                <a:latin typeface="Arial"/>
                <a:ea typeface="Arial"/>
                <a:cs typeface="Arial"/>
              </a:defRPr>
            </a:pPr>
            <a:r>
              <a:rPr sz="1650" b="1">
                <a:solidFill>
                  <a:srgbClr val="253B30"/>
                </a:solidFill>
                <a:latin typeface="Arial"/>
                <a:ea typeface="Arial"/>
                <a:cs typeface="Arial"/>
              </a:rPr>
              <a:t>Supabase</a:t>
            </a:r>
          </a:p>
        </p:txBody>
      </p:sp>
      <p:sp>
        <p:nvSpPr>
          <p:cNvPr id="13" name="supabase-body">
            <a:extLst xmlns:a="http://schemas.openxmlformats.org/drawingml/2006/main">
              <a:ext uri="{FF2B5EF4-FFF2-40B4-BE49-F238E27FC236}">
                <a16:creationId xmlns:a16="http://schemas.microsoft.com/office/drawing/2014/main" id="{F0F71FF9-A15C-4514-84FE-E85433F5B5D5}"/>
              </a:ext>
            </a:extLst>
          </p:cNvPr>
          <p:cNvSpPr>
            <a:spLocks xmlns:a="http://schemas.openxmlformats.org/drawingml/2006/main" noGrp="1"/>
          </p:cNvSpPr>
          <p:nvPr/>
        </p:nvSpPr>
        <p:spPr>
          <a:xfrm xmlns:a="http://schemas.openxmlformats.org/drawingml/2006/main">
            <a:off x="6619875" y="2476500"/>
            <a:ext cx="21526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8702"/>
          </a:bodyPr>
          <a:lstStyle xmlns:a="http://schemas.openxmlformats.org/drawingml/2006/main">
            <a:defPPr algn="l">
              <a:defRPr sz="1275" b="0">
                <a:solidFill>
                  <a:srgbClr val="343931"/>
                </a:solidFill>
                <a:latin typeface="Arial"/>
                <a:ea typeface="Arial"/>
                <a:cs typeface="Arial"/>
              </a:defRPr>
            </a:defPPr>
            <a:lvl1pPr algn="l">
              <a:defRPr sz="1275" b="0">
                <a:solidFill>
                  <a:srgbClr val="343931"/>
                </a:solidFill>
                <a:latin typeface="Arial"/>
                <a:ea typeface="Arial"/>
                <a:cs typeface="Arial"/>
              </a:defRPr>
            </a:lvl1pPr>
            <a:lvl2pPr algn="l">
              <a:defRPr sz="1275" b="0">
                <a:solidFill>
                  <a:srgbClr val="343931"/>
                </a:solidFill>
                <a:latin typeface="Arial"/>
                <a:ea typeface="Arial"/>
                <a:cs typeface="Arial"/>
              </a:defRPr>
            </a:lvl2pPr>
            <a:lvl3pPr algn="l">
              <a:defRPr sz="1275" b="0">
                <a:solidFill>
                  <a:srgbClr val="343931"/>
                </a:solidFill>
                <a:latin typeface="Arial"/>
                <a:ea typeface="Arial"/>
                <a:cs typeface="Arial"/>
              </a:defRPr>
            </a:lvl3pPr>
            <a:lvl4pPr algn="l">
              <a:defRPr sz="1275" b="0">
                <a:solidFill>
                  <a:srgbClr val="343931"/>
                </a:solidFill>
                <a:latin typeface="Arial"/>
                <a:ea typeface="Arial"/>
                <a:cs typeface="Arial"/>
              </a:defRPr>
            </a:lvl4pPr>
            <a:lvl5pPr algn="l">
              <a:defRPr sz="1275" b="0">
                <a:solidFill>
                  <a:srgbClr val="343931"/>
                </a:solidFill>
                <a:latin typeface="Arial"/>
                <a:ea typeface="Arial"/>
                <a:cs typeface="Arial"/>
              </a:defRPr>
            </a:lvl5pPr>
            <a:lvl6pPr algn="l">
              <a:defRPr sz="1275" b="0">
                <a:solidFill>
                  <a:srgbClr val="343931"/>
                </a:solidFill>
                <a:latin typeface="Arial"/>
                <a:ea typeface="Arial"/>
                <a:cs typeface="Arial"/>
              </a:defRPr>
            </a:lvl6pPr>
            <a:lvl7pPr algn="l">
              <a:defRPr sz="1275" b="0">
                <a:solidFill>
                  <a:srgbClr val="343931"/>
                </a:solidFill>
                <a:latin typeface="Arial"/>
                <a:ea typeface="Arial"/>
                <a:cs typeface="Arial"/>
              </a:defRPr>
            </a:lvl7pPr>
            <a:lvl8pPr algn="l">
              <a:defRPr sz="1275" b="0">
                <a:solidFill>
                  <a:srgbClr val="343931"/>
                </a:solidFill>
                <a:latin typeface="Arial"/>
                <a:ea typeface="Arial"/>
                <a:cs typeface="Arial"/>
              </a:defRPr>
            </a:lvl8pPr>
            <a:lvl9pPr algn="l">
              <a:defRPr sz="1275" b="0">
                <a:solidFill>
                  <a:srgbClr val="343931"/>
                </a:solidFill>
                <a:latin typeface="Arial"/>
                <a:ea typeface="Arial"/>
                <a:cs typeface="Arial"/>
              </a:defRPr>
            </a:lvl9pPr>
          </a:lstStyle>
          <a:p xmlns:a="http://schemas.openxmlformats.org/drawingml/2006/main">
            <a:pPr algn="l">
              <a:lnSpc>
                <a:spcPct val="105000"/>
              </a:lnSpc>
              <a:buNone/>
              <a:defRPr sz="1275" b="0">
                <a:solidFill>
                  <a:srgbClr val="343931"/>
                </a:solidFill>
                <a:latin typeface="Arial"/>
                <a:ea typeface="Arial"/>
                <a:cs typeface="Arial"/>
              </a:defRPr>
            </a:pPr>
            <a:r>
              <a:rPr sz="1275" b="0">
                <a:solidFill>
                  <a:srgbClr val="343931"/>
                </a:solidFill>
                <a:latin typeface="Arial"/>
                <a:ea typeface="Arial"/>
                <a:cs typeface="Arial"/>
              </a:rPr>
              <a:t>Auth + Postgres</a:t>
            </a:r>
          </a:p>
          <a:p xmlns:a="http://schemas.openxmlformats.org/drawingml/2006/main">
            <a:pPr algn="l">
              <a:lnSpc>
                <a:spcPct val="105000"/>
              </a:lnSpc>
              <a:buNone/>
              <a:defRPr sz="1275" b="0">
                <a:solidFill>
                  <a:srgbClr val="343931"/>
                </a:solidFill>
                <a:latin typeface="Arial"/>
                <a:ea typeface="Arial"/>
                <a:cs typeface="Arial"/>
              </a:defRPr>
            </a:pPr>
            <a:r>
              <a:rPr sz="1275" b="0">
                <a:solidFill>
                  <a:srgbClr val="343931"/>
                </a:solidFill>
                <a:latin typeface="Arial"/>
                <a:ea typeface="Arial"/>
                <a:cs typeface="Arial"/>
              </a:rPr>
              <a:t>RLS · course metadata</a:t>
            </a:r>
          </a:p>
          <a:p xmlns:a="http://schemas.openxmlformats.org/drawingml/2006/main">
            <a:pPr algn="l">
              <a:lnSpc>
                <a:spcPct val="105000"/>
              </a:lnSpc>
              <a:buNone/>
              <a:defRPr sz="1275" b="0">
                <a:solidFill>
                  <a:srgbClr val="343931"/>
                </a:solidFill>
                <a:latin typeface="Arial"/>
                <a:ea typeface="Arial"/>
                <a:cs typeface="Arial"/>
              </a:defRPr>
            </a:pPr>
            <a:r>
              <a:rPr sz="1275" b="0">
                <a:solidFill>
                  <a:srgbClr val="343931"/>
                </a:solidFill>
                <a:latin typeface="Arial"/>
                <a:ea typeface="Arial"/>
                <a:cs typeface="Arial"/>
              </a:rPr>
              <a:t>Learner-owned records</a:t>
            </a:r>
          </a:p>
        </p:txBody>
      </p:sp>
      <p:sp>
        <p:nvSpPr>
          <p:cNvPr id="14" name="storage-box">
            <a:extLst xmlns:a="http://schemas.openxmlformats.org/drawingml/2006/main">
              <a:ext uri="{FF2B5EF4-FFF2-40B4-BE49-F238E27FC236}">
                <a16:creationId xmlns:a16="http://schemas.microsoft.com/office/drawing/2014/main" id="{2F4FF70B-81A5-4CAB-B524-3FFBF68D0EBF}"/>
              </a:ext>
            </a:extLst>
          </p:cNvPr>
          <p:cNvSpPr>
            <a:spLocks xmlns:a="http://schemas.openxmlformats.org/drawingml/2006/main" noGrp="1"/>
          </p:cNvSpPr>
          <p:nvPr/>
        </p:nvSpPr>
        <p:spPr>
          <a:xfrm xmlns:a="http://schemas.openxmlformats.org/drawingml/2006/main">
            <a:off x="9515475" y="1952625"/>
            <a:ext cx="2066925" cy="1190625"/>
          </a:xfrm>
          <a:prstGeom xmlns:a="http://schemas.openxmlformats.org/drawingml/2006/main" prst="rect">
            <a:avLst/>
          </a:prstGeom>
          <a:solidFill xmlns:a="http://schemas.openxmlformats.org/drawingml/2006/main">
            <a:srgbClr val="E6ECE7"/>
          </a:solidFill>
          <a:ln xmlns:a="http://schemas.openxmlformats.org/drawingml/2006/main" w="9525">
            <a:solidFill>
              <a:srgbClr val="D5D5C6"/>
            </a:solidFill>
            <a:prstDash val="solid"/>
          </a:ln>
        </p:spPr>
      </p:sp>
      <p:sp>
        <p:nvSpPr>
          <p:cNvPr id="15" name="storage-title">
            <a:extLst xmlns:a="http://schemas.openxmlformats.org/drawingml/2006/main">
              <a:ext uri="{FF2B5EF4-FFF2-40B4-BE49-F238E27FC236}">
                <a16:creationId xmlns:a16="http://schemas.microsoft.com/office/drawing/2014/main" id="{DEAAF970-3FFF-480F-93BE-67BE98667A4C}"/>
              </a:ext>
            </a:extLst>
          </p:cNvPr>
          <p:cNvSpPr>
            <a:spLocks xmlns:a="http://schemas.openxmlformats.org/drawingml/2006/main" noGrp="1"/>
          </p:cNvSpPr>
          <p:nvPr/>
        </p:nvSpPr>
        <p:spPr>
          <a:xfrm xmlns:a="http://schemas.openxmlformats.org/drawingml/2006/main">
            <a:off x="9686925" y="2105025"/>
            <a:ext cx="17240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53B30"/>
                </a:solidFill>
                <a:latin typeface="Arial"/>
                <a:ea typeface="Arial"/>
                <a:cs typeface="Arial"/>
              </a:defRPr>
            </a:defPPr>
            <a:lvl1pPr algn="l">
              <a:defRPr sz="1650" b="1">
                <a:solidFill>
                  <a:srgbClr val="253B30"/>
                </a:solidFill>
                <a:latin typeface="Arial"/>
                <a:ea typeface="Arial"/>
                <a:cs typeface="Arial"/>
              </a:defRPr>
            </a:lvl1pPr>
            <a:lvl2pPr algn="l">
              <a:defRPr sz="1650" b="1">
                <a:solidFill>
                  <a:srgbClr val="253B30"/>
                </a:solidFill>
                <a:latin typeface="Arial"/>
                <a:ea typeface="Arial"/>
                <a:cs typeface="Arial"/>
              </a:defRPr>
            </a:lvl2pPr>
            <a:lvl3pPr algn="l">
              <a:defRPr sz="1650" b="1">
                <a:solidFill>
                  <a:srgbClr val="253B30"/>
                </a:solidFill>
                <a:latin typeface="Arial"/>
                <a:ea typeface="Arial"/>
                <a:cs typeface="Arial"/>
              </a:defRPr>
            </a:lvl3pPr>
            <a:lvl4pPr algn="l">
              <a:defRPr sz="1650" b="1">
                <a:solidFill>
                  <a:srgbClr val="253B30"/>
                </a:solidFill>
                <a:latin typeface="Arial"/>
                <a:ea typeface="Arial"/>
                <a:cs typeface="Arial"/>
              </a:defRPr>
            </a:lvl4pPr>
            <a:lvl5pPr algn="l">
              <a:defRPr sz="1650" b="1">
                <a:solidFill>
                  <a:srgbClr val="253B30"/>
                </a:solidFill>
                <a:latin typeface="Arial"/>
                <a:ea typeface="Arial"/>
                <a:cs typeface="Arial"/>
              </a:defRPr>
            </a:lvl5pPr>
            <a:lvl6pPr algn="l">
              <a:defRPr sz="1650" b="1">
                <a:solidFill>
                  <a:srgbClr val="253B30"/>
                </a:solidFill>
                <a:latin typeface="Arial"/>
                <a:ea typeface="Arial"/>
                <a:cs typeface="Arial"/>
              </a:defRPr>
            </a:lvl6pPr>
            <a:lvl7pPr algn="l">
              <a:defRPr sz="1650" b="1">
                <a:solidFill>
                  <a:srgbClr val="253B30"/>
                </a:solidFill>
                <a:latin typeface="Arial"/>
                <a:ea typeface="Arial"/>
                <a:cs typeface="Arial"/>
              </a:defRPr>
            </a:lvl7pPr>
            <a:lvl8pPr algn="l">
              <a:defRPr sz="1650" b="1">
                <a:solidFill>
                  <a:srgbClr val="253B30"/>
                </a:solidFill>
                <a:latin typeface="Arial"/>
                <a:ea typeface="Arial"/>
                <a:cs typeface="Arial"/>
              </a:defRPr>
            </a:lvl8pPr>
            <a:lvl9pPr algn="l">
              <a:defRPr sz="1650" b="1">
                <a:solidFill>
                  <a:srgbClr val="253B30"/>
                </a:solidFill>
                <a:latin typeface="Arial"/>
                <a:ea typeface="Arial"/>
                <a:cs typeface="Arial"/>
              </a:defRPr>
            </a:lvl9pPr>
          </a:lstStyle>
          <a:p xmlns:a="http://schemas.openxmlformats.org/drawingml/2006/main">
            <a:pPr algn="l">
              <a:lnSpc>
                <a:spcPct val="105000"/>
              </a:lnSpc>
              <a:buNone/>
              <a:defRPr sz="1650" b="1">
                <a:solidFill>
                  <a:srgbClr val="253B30"/>
                </a:solidFill>
                <a:latin typeface="Arial"/>
                <a:ea typeface="Arial"/>
                <a:cs typeface="Arial"/>
              </a:defRPr>
            </a:pPr>
            <a:r>
              <a:rPr sz="1650" b="1">
                <a:solidFill>
                  <a:srgbClr val="253B30"/>
                </a:solidFill>
                <a:latin typeface="Arial"/>
                <a:ea typeface="Arial"/>
                <a:cs typeface="Arial"/>
              </a:rPr>
              <a:t>Private Storage</a:t>
            </a:r>
          </a:p>
        </p:txBody>
      </p:sp>
      <p:sp>
        <p:nvSpPr>
          <p:cNvPr id="16" name="storage-body">
            <a:extLst xmlns:a="http://schemas.openxmlformats.org/drawingml/2006/main">
              <a:ext uri="{FF2B5EF4-FFF2-40B4-BE49-F238E27FC236}">
                <a16:creationId xmlns:a16="http://schemas.microsoft.com/office/drawing/2014/main" id="{04F65845-02D3-4DA2-A6D3-BE14599FB004}"/>
              </a:ext>
            </a:extLst>
          </p:cNvPr>
          <p:cNvSpPr>
            <a:spLocks xmlns:a="http://schemas.openxmlformats.org/drawingml/2006/main" noGrp="1"/>
          </p:cNvSpPr>
          <p:nvPr/>
        </p:nvSpPr>
        <p:spPr>
          <a:xfrm xmlns:a="http://schemas.openxmlformats.org/drawingml/2006/main">
            <a:off x="9686925" y="2476500"/>
            <a:ext cx="17240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8702"/>
          </a:bodyPr>
          <a:lstStyle xmlns:a="http://schemas.openxmlformats.org/drawingml/2006/main">
            <a:defPPr algn="l">
              <a:defRPr sz="1275" b="0">
                <a:solidFill>
                  <a:srgbClr val="343931"/>
                </a:solidFill>
                <a:latin typeface="Arial"/>
                <a:ea typeface="Arial"/>
                <a:cs typeface="Arial"/>
              </a:defRPr>
            </a:defPPr>
            <a:lvl1pPr algn="l">
              <a:defRPr sz="1275" b="0">
                <a:solidFill>
                  <a:srgbClr val="343931"/>
                </a:solidFill>
                <a:latin typeface="Arial"/>
                <a:ea typeface="Arial"/>
                <a:cs typeface="Arial"/>
              </a:defRPr>
            </a:lvl1pPr>
            <a:lvl2pPr algn="l">
              <a:defRPr sz="1275" b="0">
                <a:solidFill>
                  <a:srgbClr val="343931"/>
                </a:solidFill>
                <a:latin typeface="Arial"/>
                <a:ea typeface="Arial"/>
                <a:cs typeface="Arial"/>
              </a:defRPr>
            </a:lvl2pPr>
            <a:lvl3pPr algn="l">
              <a:defRPr sz="1275" b="0">
                <a:solidFill>
                  <a:srgbClr val="343931"/>
                </a:solidFill>
                <a:latin typeface="Arial"/>
                <a:ea typeface="Arial"/>
                <a:cs typeface="Arial"/>
              </a:defRPr>
            </a:lvl3pPr>
            <a:lvl4pPr algn="l">
              <a:defRPr sz="1275" b="0">
                <a:solidFill>
                  <a:srgbClr val="343931"/>
                </a:solidFill>
                <a:latin typeface="Arial"/>
                <a:ea typeface="Arial"/>
                <a:cs typeface="Arial"/>
              </a:defRPr>
            </a:lvl4pPr>
            <a:lvl5pPr algn="l">
              <a:defRPr sz="1275" b="0">
                <a:solidFill>
                  <a:srgbClr val="343931"/>
                </a:solidFill>
                <a:latin typeface="Arial"/>
                <a:ea typeface="Arial"/>
                <a:cs typeface="Arial"/>
              </a:defRPr>
            </a:lvl5pPr>
            <a:lvl6pPr algn="l">
              <a:defRPr sz="1275" b="0">
                <a:solidFill>
                  <a:srgbClr val="343931"/>
                </a:solidFill>
                <a:latin typeface="Arial"/>
                <a:ea typeface="Arial"/>
                <a:cs typeface="Arial"/>
              </a:defRPr>
            </a:lvl6pPr>
            <a:lvl7pPr algn="l">
              <a:defRPr sz="1275" b="0">
                <a:solidFill>
                  <a:srgbClr val="343931"/>
                </a:solidFill>
                <a:latin typeface="Arial"/>
                <a:ea typeface="Arial"/>
                <a:cs typeface="Arial"/>
              </a:defRPr>
            </a:lvl7pPr>
            <a:lvl8pPr algn="l">
              <a:defRPr sz="1275" b="0">
                <a:solidFill>
                  <a:srgbClr val="343931"/>
                </a:solidFill>
                <a:latin typeface="Arial"/>
                <a:ea typeface="Arial"/>
                <a:cs typeface="Arial"/>
              </a:defRPr>
            </a:lvl8pPr>
            <a:lvl9pPr algn="l">
              <a:defRPr sz="1275" b="0">
                <a:solidFill>
                  <a:srgbClr val="343931"/>
                </a:solidFill>
                <a:latin typeface="Arial"/>
                <a:ea typeface="Arial"/>
                <a:cs typeface="Arial"/>
              </a:defRPr>
            </a:lvl9pPr>
          </a:lstStyle>
          <a:p xmlns:a="http://schemas.openxmlformats.org/drawingml/2006/main">
            <a:pPr algn="l">
              <a:lnSpc>
                <a:spcPct val="105000"/>
              </a:lnSpc>
              <a:buNone/>
              <a:defRPr sz="1275" b="0">
                <a:solidFill>
                  <a:srgbClr val="343931"/>
                </a:solidFill>
                <a:latin typeface="Arial"/>
                <a:ea typeface="Arial"/>
                <a:cs typeface="Arial"/>
              </a:defRPr>
            </a:pPr>
            <a:r>
              <a:rPr sz="1275" b="0">
                <a:solidFill>
                  <a:srgbClr val="343931"/>
                </a:solidFill>
                <a:latin typeface="Arial"/>
                <a:ea typeface="Arial"/>
                <a:cs typeface="Arial"/>
              </a:rPr>
              <a:t>Resources</a:t>
            </a:r>
          </a:p>
          <a:p xmlns:a="http://schemas.openxmlformats.org/drawingml/2006/main">
            <a:pPr algn="l">
              <a:lnSpc>
                <a:spcPct val="105000"/>
              </a:lnSpc>
              <a:buNone/>
              <a:defRPr sz="1275" b="0">
                <a:solidFill>
                  <a:srgbClr val="343931"/>
                </a:solidFill>
                <a:latin typeface="Arial"/>
                <a:ea typeface="Arial"/>
                <a:cs typeface="Arial"/>
              </a:defRPr>
            </a:pPr>
            <a:r>
              <a:rPr sz="1275" b="0">
                <a:solidFill>
                  <a:srgbClr val="343931"/>
                </a:solidFill>
                <a:latin typeface="Arial"/>
                <a:ea typeface="Arial"/>
                <a:cs typeface="Arial"/>
              </a:rPr>
              <a:t>Uploaded media</a:t>
            </a:r>
          </a:p>
          <a:p xmlns:a="http://schemas.openxmlformats.org/drawingml/2006/main">
            <a:pPr algn="l">
              <a:lnSpc>
                <a:spcPct val="105000"/>
              </a:lnSpc>
              <a:buNone/>
              <a:defRPr sz="1275" b="0">
                <a:solidFill>
                  <a:srgbClr val="343931"/>
                </a:solidFill>
                <a:latin typeface="Arial"/>
                <a:ea typeface="Arial"/>
                <a:cs typeface="Arial"/>
              </a:defRPr>
            </a:pPr>
            <a:r>
              <a:rPr sz="1275" b="0">
                <a:solidFill>
                  <a:srgbClr val="343931"/>
                </a:solidFill>
                <a:latin typeface="Arial"/>
                <a:ea typeface="Arial"/>
                <a:cs typeface="Arial"/>
              </a:rPr>
              <a:t>Signed access</a:t>
            </a:r>
          </a:p>
        </p:txBody>
      </p:sp>
      <p:sp>
        <p:nvSpPr>
          <p:cNvPr id="17" name="browser-app-arrow">
            <a:extLst xmlns:a="http://schemas.openxmlformats.org/drawingml/2006/main">
              <a:ext uri="{FF2B5EF4-FFF2-40B4-BE49-F238E27FC236}">
                <a16:creationId xmlns:a16="http://schemas.microsoft.com/office/drawing/2014/main" id="{07D5D0B9-C9B5-443F-B983-DCD2641CF536}"/>
              </a:ext>
            </a:extLst>
          </p:cNvPr>
          <p:cNvSpPr>
            <a:spLocks xmlns:a="http://schemas.openxmlformats.org/drawingml/2006/main" noGrp="1"/>
          </p:cNvSpPr>
          <p:nvPr/>
        </p:nvSpPr>
        <p:spPr>
          <a:xfrm xmlns:a="http://schemas.openxmlformats.org/drawingml/2006/main">
            <a:off x="2943225" y="2343150"/>
            <a:ext cx="381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550" b="1">
                <a:solidFill>
                  <a:srgbClr val="A45232"/>
                </a:solidFill>
                <a:latin typeface="Arial"/>
                <a:ea typeface="Arial"/>
                <a:cs typeface="Arial"/>
              </a:defRPr>
            </a:defPPr>
            <a:lvl1pPr algn="ctr">
              <a:defRPr sz="2550" b="1">
                <a:solidFill>
                  <a:srgbClr val="A45232"/>
                </a:solidFill>
                <a:latin typeface="Arial"/>
                <a:ea typeface="Arial"/>
                <a:cs typeface="Arial"/>
              </a:defRPr>
            </a:lvl1pPr>
            <a:lvl2pPr algn="ctr">
              <a:defRPr sz="2550" b="1">
                <a:solidFill>
                  <a:srgbClr val="A45232"/>
                </a:solidFill>
                <a:latin typeface="Arial"/>
                <a:ea typeface="Arial"/>
                <a:cs typeface="Arial"/>
              </a:defRPr>
            </a:lvl2pPr>
            <a:lvl3pPr algn="ctr">
              <a:defRPr sz="2550" b="1">
                <a:solidFill>
                  <a:srgbClr val="A45232"/>
                </a:solidFill>
                <a:latin typeface="Arial"/>
                <a:ea typeface="Arial"/>
                <a:cs typeface="Arial"/>
              </a:defRPr>
            </a:lvl3pPr>
            <a:lvl4pPr algn="ctr">
              <a:defRPr sz="2550" b="1">
                <a:solidFill>
                  <a:srgbClr val="A45232"/>
                </a:solidFill>
                <a:latin typeface="Arial"/>
                <a:ea typeface="Arial"/>
                <a:cs typeface="Arial"/>
              </a:defRPr>
            </a:lvl4pPr>
            <a:lvl5pPr algn="ctr">
              <a:defRPr sz="2550" b="1">
                <a:solidFill>
                  <a:srgbClr val="A45232"/>
                </a:solidFill>
                <a:latin typeface="Arial"/>
                <a:ea typeface="Arial"/>
                <a:cs typeface="Arial"/>
              </a:defRPr>
            </a:lvl5pPr>
            <a:lvl6pPr algn="ctr">
              <a:defRPr sz="2550" b="1">
                <a:solidFill>
                  <a:srgbClr val="A45232"/>
                </a:solidFill>
                <a:latin typeface="Arial"/>
                <a:ea typeface="Arial"/>
                <a:cs typeface="Arial"/>
              </a:defRPr>
            </a:lvl6pPr>
            <a:lvl7pPr algn="ctr">
              <a:defRPr sz="2550" b="1">
                <a:solidFill>
                  <a:srgbClr val="A45232"/>
                </a:solidFill>
                <a:latin typeface="Arial"/>
                <a:ea typeface="Arial"/>
                <a:cs typeface="Arial"/>
              </a:defRPr>
            </a:lvl7pPr>
            <a:lvl8pPr algn="ctr">
              <a:defRPr sz="2550" b="1">
                <a:solidFill>
                  <a:srgbClr val="A45232"/>
                </a:solidFill>
                <a:latin typeface="Arial"/>
                <a:ea typeface="Arial"/>
                <a:cs typeface="Arial"/>
              </a:defRPr>
            </a:lvl8pPr>
            <a:lvl9pPr algn="ctr">
              <a:defRPr sz="2550" b="1">
                <a:solidFill>
                  <a:srgbClr val="A45232"/>
                </a:solidFill>
                <a:latin typeface="Arial"/>
                <a:ea typeface="Arial"/>
                <a:cs typeface="Arial"/>
              </a:defRPr>
            </a:lvl9pPr>
          </a:lstStyle>
          <a:p xmlns:a="http://schemas.openxmlformats.org/drawingml/2006/main">
            <a:pPr algn="ctr">
              <a:lnSpc>
                <a:spcPct val="105000"/>
              </a:lnSpc>
              <a:buNone/>
              <a:defRPr sz="2550" b="1">
                <a:solidFill>
                  <a:srgbClr val="A45232"/>
                </a:solidFill>
                <a:latin typeface="Arial"/>
                <a:ea typeface="Arial"/>
                <a:cs typeface="Arial"/>
              </a:defRPr>
            </a:pPr>
            <a:r>
              <a:rPr sz="2550" b="1">
                <a:solidFill>
                  <a:srgbClr val="A45232"/>
                </a:solidFill>
                <a:latin typeface="Arial"/>
                <a:ea typeface="Arial"/>
                <a:cs typeface="Arial"/>
              </a:rPr>
              <a:t>→</a:t>
            </a:r>
          </a:p>
        </p:txBody>
      </p:sp>
      <p:sp>
        <p:nvSpPr>
          <p:cNvPr id="18" name="app-supa-arrow">
            <a:extLst xmlns:a="http://schemas.openxmlformats.org/drawingml/2006/main">
              <a:ext uri="{FF2B5EF4-FFF2-40B4-BE49-F238E27FC236}">
                <a16:creationId xmlns:a16="http://schemas.microsoft.com/office/drawing/2014/main" id="{A5225B42-F7DF-4581-A40D-4B30D60E26B4}"/>
              </a:ext>
            </a:extLst>
          </p:cNvPr>
          <p:cNvSpPr>
            <a:spLocks xmlns:a="http://schemas.openxmlformats.org/drawingml/2006/main" noGrp="1"/>
          </p:cNvSpPr>
          <p:nvPr/>
        </p:nvSpPr>
        <p:spPr>
          <a:xfrm xmlns:a="http://schemas.openxmlformats.org/drawingml/2006/main">
            <a:off x="5962650" y="2343150"/>
            <a:ext cx="381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550" b="1">
                <a:solidFill>
                  <a:srgbClr val="A45232"/>
                </a:solidFill>
                <a:latin typeface="Arial"/>
                <a:ea typeface="Arial"/>
                <a:cs typeface="Arial"/>
              </a:defRPr>
            </a:defPPr>
            <a:lvl1pPr algn="ctr">
              <a:defRPr sz="2550" b="1">
                <a:solidFill>
                  <a:srgbClr val="A45232"/>
                </a:solidFill>
                <a:latin typeface="Arial"/>
                <a:ea typeface="Arial"/>
                <a:cs typeface="Arial"/>
              </a:defRPr>
            </a:lvl1pPr>
            <a:lvl2pPr algn="ctr">
              <a:defRPr sz="2550" b="1">
                <a:solidFill>
                  <a:srgbClr val="A45232"/>
                </a:solidFill>
                <a:latin typeface="Arial"/>
                <a:ea typeface="Arial"/>
                <a:cs typeface="Arial"/>
              </a:defRPr>
            </a:lvl2pPr>
            <a:lvl3pPr algn="ctr">
              <a:defRPr sz="2550" b="1">
                <a:solidFill>
                  <a:srgbClr val="A45232"/>
                </a:solidFill>
                <a:latin typeface="Arial"/>
                <a:ea typeface="Arial"/>
                <a:cs typeface="Arial"/>
              </a:defRPr>
            </a:lvl3pPr>
            <a:lvl4pPr algn="ctr">
              <a:defRPr sz="2550" b="1">
                <a:solidFill>
                  <a:srgbClr val="A45232"/>
                </a:solidFill>
                <a:latin typeface="Arial"/>
                <a:ea typeface="Arial"/>
                <a:cs typeface="Arial"/>
              </a:defRPr>
            </a:lvl4pPr>
            <a:lvl5pPr algn="ctr">
              <a:defRPr sz="2550" b="1">
                <a:solidFill>
                  <a:srgbClr val="A45232"/>
                </a:solidFill>
                <a:latin typeface="Arial"/>
                <a:ea typeface="Arial"/>
                <a:cs typeface="Arial"/>
              </a:defRPr>
            </a:lvl5pPr>
            <a:lvl6pPr algn="ctr">
              <a:defRPr sz="2550" b="1">
                <a:solidFill>
                  <a:srgbClr val="A45232"/>
                </a:solidFill>
                <a:latin typeface="Arial"/>
                <a:ea typeface="Arial"/>
                <a:cs typeface="Arial"/>
              </a:defRPr>
            </a:lvl6pPr>
            <a:lvl7pPr algn="ctr">
              <a:defRPr sz="2550" b="1">
                <a:solidFill>
                  <a:srgbClr val="A45232"/>
                </a:solidFill>
                <a:latin typeface="Arial"/>
                <a:ea typeface="Arial"/>
                <a:cs typeface="Arial"/>
              </a:defRPr>
            </a:lvl7pPr>
            <a:lvl8pPr algn="ctr">
              <a:defRPr sz="2550" b="1">
                <a:solidFill>
                  <a:srgbClr val="A45232"/>
                </a:solidFill>
                <a:latin typeface="Arial"/>
                <a:ea typeface="Arial"/>
                <a:cs typeface="Arial"/>
              </a:defRPr>
            </a:lvl8pPr>
            <a:lvl9pPr algn="ctr">
              <a:defRPr sz="2550" b="1">
                <a:solidFill>
                  <a:srgbClr val="A45232"/>
                </a:solidFill>
                <a:latin typeface="Arial"/>
                <a:ea typeface="Arial"/>
                <a:cs typeface="Arial"/>
              </a:defRPr>
            </a:lvl9pPr>
          </a:lstStyle>
          <a:p xmlns:a="http://schemas.openxmlformats.org/drawingml/2006/main">
            <a:pPr algn="ctr">
              <a:lnSpc>
                <a:spcPct val="105000"/>
              </a:lnSpc>
              <a:buNone/>
              <a:defRPr sz="2550" b="1">
                <a:solidFill>
                  <a:srgbClr val="A45232"/>
                </a:solidFill>
                <a:latin typeface="Arial"/>
                <a:ea typeface="Arial"/>
                <a:cs typeface="Arial"/>
              </a:defRPr>
            </a:pPr>
            <a:r>
              <a:rPr sz="2550" b="1">
                <a:solidFill>
                  <a:srgbClr val="A45232"/>
                </a:solidFill>
                <a:latin typeface="Arial"/>
                <a:ea typeface="Arial"/>
                <a:cs typeface="Arial"/>
              </a:rPr>
              <a:t>→</a:t>
            </a:r>
          </a:p>
        </p:txBody>
      </p:sp>
      <p:sp>
        <p:nvSpPr>
          <p:cNvPr id="19" name="supa-storage-arrow">
            <a:extLst xmlns:a="http://schemas.openxmlformats.org/drawingml/2006/main">
              <a:ext uri="{FF2B5EF4-FFF2-40B4-BE49-F238E27FC236}">
                <a16:creationId xmlns:a16="http://schemas.microsoft.com/office/drawing/2014/main" id="{7459D5A3-41C7-4F8D-9969-8C2C11E95CE9}"/>
              </a:ext>
            </a:extLst>
          </p:cNvPr>
          <p:cNvSpPr>
            <a:spLocks xmlns:a="http://schemas.openxmlformats.org/drawingml/2006/main" noGrp="1"/>
          </p:cNvSpPr>
          <p:nvPr/>
        </p:nvSpPr>
        <p:spPr>
          <a:xfrm xmlns:a="http://schemas.openxmlformats.org/drawingml/2006/main">
            <a:off x="9039225" y="2343150"/>
            <a:ext cx="381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550" b="1">
                <a:solidFill>
                  <a:srgbClr val="A45232"/>
                </a:solidFill>
                <a:latin typeface="Arial"/>
                <a:ea typeface="Arial"/>
                <a:cs typeface="Arial"/>
              </a:defRPr>
            </a:defPPr>
            <a:lvl1pPr algn="ctr">
              <a:defRPr sz="2550" b="1">
                <a:solidFill>
                  <a:srgbClr val="A45232"/>
                </a:solidFill>
                <a:latin typeface="Arial"/>
                <a:ea typeface="Arial"/>
                <a:cs typeface="Arial"/>
              </a:defRPr>
            </a:lvl1pPr>
            <a:lvl2pPr algn="ctr">
              <a:defRPr sz="2550" b="1">
                <a:solidFill>
                  <a:srgbClr val="A45232"/>
                </a:solidFill>
                <a:latin typeface="Arial"/>
                <a:ea typeface="Arial"/>
                <a:cs typeface="Arial"/>
              </a:defRPr>
            </a:lvl2pPr>
            <a:lvl3pPr algn="ctr">
              <a:defRPr sz="2550" b="1">
                <a:solidFill>
                  <a:srgbClr val="A45232"/>
                </a:solidFill>
                <a:latin typeface="Arial"/>
                <a:ea typeface="Arial"/>
                <a:cs typeface="Arial"/>
              </a:defRPr>
            </a:lvl3pPr>
            <a:lvl4pPr algn="ctr">
              <a:defRPr sz="2550" b="1">
                <a:solidFill>
                  <a:srgbClr val="A45232"/>
                </a:solidFill>
                <a:latin typeface="Arial"/>
                <a:ea typeface="Arial"/>
                <a:cs typeface="Arial"/>
              </a:defRPr>
            </a:lvl4pPr>
            <a:lvl5pPr algn="ctr">
              <a:defRPr sz="2550" b="1">
                <a:solidFill>
                  <a:srgbClr val="A45232"/>
                </a:solidFill>
                <a:latin typeface="Arial"/>
                <a:ea typeface="Arial"/>
                <a:cs typeface="Arial"/>
              </a:defRPr>
            </a:lvl5pPr>
            <a:lvl6pPr algn="ctr">
              <a:defRPr sz="2550" b="1">
                <a:solidFill>
                  <a:srgbClr val="A45232"/>
                </a:solidFill>
                <a:latin typeface="Arial"/>
                <a:ea typeface="Arial"/>
                <a:cs typeface="Arial"/>
              </a:defRPr>
            </a:lvl6pPr>
            <a:lvl7pPr algn="ctr">
              <a:defRPr sz="2550" b="1">
                <a:solidFill>
                  <a:srgbClr val="A45232"/>
                </a:solidFill>
                <a:latin typeface="Arial"/>
                <a:ea typeface="Arial"/>
                <a:cs typeface="Arial"/>
              </a:defRPr>
            </a:lvl7pPr>
            <a:lvl8pPr algn="ctr">
              <a:defRPr sz="2550" b="1">
                <a:solidFill>
                  <a:srgbClr val="A45232"/>
                </a:solidFill>
                <a:latin typeface="Arial"/>
                <a:ea typeface="Arial"/>
                <a:cs typeface="Arial"/>
              </a:defRPr>
            </a:lvl8pPr>
            <a:lvl9pPr algn="ctr">
              <a:defRPr sz="2550" b="1">
                <a:solidFill>
                  <a:srgbClr val="A45232"/>
                </a:solidFill>
                <a:latin typeface="Arial"/>
                <a:ea typeface="Arial"/>
                <a:cs typeface="Arial"/>
              </a:defRPr>
            </a:lvl9pPr>
          </a:lstStyle>
          <a:p xmlns:a="http://schemas.openxmlformats.org/drawingml/2006/main">
            <a:pPr algn="ctr">
              <a:lnSpc>
                <a:spcPct val="105000"/>
              </a:lnSpc>
              <a:buNone/>
              <a:defRPr sz="2550" b="1">
                <a:solidFill>
                  <a:srgbClr val="A45232"/>
                </a:solidFill>
                <a:latin typeface="Arial"/>
                <a:ea typeface="Arial"/>
                <a:cs typeface="Arial"/>
              </a:defRPr>
            </a:pPr>
            <a:r>
              <a:rPr sz="2550" b="1">
                <a:solidFill>
                  <a:srgbClr val="A45232"/>
                </a:solidFill>
                <a:latin typeface="Arial"/>
                <a:ea typeface="Arial"/>
                <a:cs typeface="Arial"/>
              </a:rPr>
              <a:t>→</a:t>
            </a:r>
          </a:p>
        </p:txBody>
      </p:sp>
      <p:sp>
        <p:nvSpPr>
          <p:cNvPr id="20" name="providers-box">
            <a:extLst xmlns:a="http://schemas.openxmlformats.org/drawingml/2006/main">
              <a:ext uri="{FF2B5EF4-FFF2-40B4-BE49-F238E27FC236}">
                <a16:creationId xmlns:a16="http://schemas.microsoft.com/office/drawing/2014/main" id="{F0D025D6-8F84-42FB-8CA6-9E67C2F96A8E}"/>
              </a:ext>
            </a:extLst>
          </p:cNvPr>
          <p:cNvSpPr>
            <a:spLocks xmlns:a="http://schemas.openxmlformats.org/drawingml/2006/main" noGrp="1"/>
          </p:cNvSpPr>
          <p:nvPr/>
        </p:nvSpPr>
        <p:spPr>
          <a:xfrm xmlns:a="http://schemas.openxmlformats.org/drawingml/2006/main">
            <a:off x="1781175" y="3914775"/>
            <a:ext cx="3524250" cy="1200150"/>
          </a:xfrm>
          <a:prstGeom xmlns:a="http://schemas.openxmlformats.org/drawingml/2006/main" prst="rect">
            <a:avLst/>
          </a:prstGeom>
          <a:solidFill xmlns:a="http://schemas.openxmlformats.org/drawingml/2006/main">
            <a:srgbClr val="F4E7DF"/>
          </a:solidFill>
          <a:ln xmlns:a="http://schemas.openxmlformats.org/drawingml/2006/main" w="9525">
            <a:solidFill>
              <a:srgbClr val="D5D5C6"/>
            </a:solidFill>
            <a:prstDash val="solid"/>
          </a:ln>
        </p:spPr>
      </p:sp>
      <p:sp>
        <p:nvSpPr>
          <p:cNvPr id="21" name="providers-title">
            <a:extLst xmlns:a="http://schemas.openxmlformats.org/drawingml/2006/main">
              <a:ext uri="{FF2B5EF4-FFF2-40B4-BE49-F238E27FC236}">
                <a16:creationId xmlns:a16="http://schemas.microsoft.com/office/drawing/2014/main" id="{1A495F8B-CCF7-4AFB-A2FA-E7EEEFB96011}"/>
              </a:ext>
            </a:extLst>
          </p:cNvPr>
          <p:cNvSpPr>
            <a:spLocks xmlns:a="http://schemas.openxmlformats.org/drawingml/2006/main" noGrp="1"/>
          </p:cNvSpPr>
          <p:nvPr/>
        </p:nvSpPr>
        <p:spPr>
          <a:xfrm xmlns:a="http://schemas.openxmlformats.org/drawingml/2006/main">
            <a:off x="1952625" y="4067175"/>
            <a:ext cx="31813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53B30"/>
                </a:solidFill>
                <a:latin typeface="Arial"/>
                <a:ea typeface="Arial"/>
                <a:cs typeface="Arial"/>
              </a:defRPr>
            </a:defPPr>
            <a:lvl1pPr algn="l">
              <a:defRPr sz="1650" b="1">
                <a:solidFill>
                  <a:srgbClr val="253B30"/>
                </a:solidFill>
                <a:latin typeface="Arial"/>
                <a:ea typeface="Arial"/>
                <a:cs typeface="Arial"/>
              </a:defRPr>
            </a:lvl1pPr>
            <a:lvl2pPr algn="l">
              <a:defRPr sz="1650" b="1">
                <a:solidFill>
                  <a:srgbClr val="253B30"/>
                </a:solidFill>
                <a:latin typeface="Arial"/>
                <a:ea typeface="Arial"/>
                <a:cs typeface="Arial"/>
              </a:defRPr>
            </a:lvl2pPr>
            <a:lvl3pPr algn="l">
              <a:defRPr sz="1650" b="1">
                <a:solidFill>
                  <a:srgbClr val="253B30"/>
                </a:solidFill>
                <a:latin typeface="Arial"/>
                <a:ea typeface="Arial"/>
                <a:cs typeface="Arial"/>
              </a:defRPr>
            </a:lvl3pPr>
            <a:lvl4pPr algn="l">
              <a:defRPr sz="1650" b="1">
                <a:solidFill>
                  <a:srgbClr val="253B30"/>
                </a:solidFill>
                <a:latin typeface="Arial"/>
                <a:ea typeface="Arial"/>
                <a:cs typeface="Arial"/>
              </a:defRPr>
            </a:lvl4pPr>
            <a:lvl5pPr algn="l">
              <a:defRPr sz="1650" b="1">
                <a:solidFill>
                  <a:srgbClr val="253B30"/>
                </a:solidFill>
                <a:latin typeface="Arial"/>
                <a:ea typeface="Arial"/>
                <a:cs typeface="Arial"/>
              </a:defRPr>
            </a:lvl5pPr>
            <a:lvl6pPr algn="l">
              <a:defRPr sz="1650" b="1">
                <a:solidFill>
                  <a:srgbClr val="253B30"/>
                </a:solidFill>
                <a:latin typeface="Arial"/>
                <a:ea typeface="Arial"/>
                <a:cs typeface="Arial"/>
              </a:defRPr>
            </a:lvl6pPr>
            <a:lvl7pPr algn="l">
              <a:defRPr sz="1650" b="1">
                <a:solidFill>
                  <a:srgbClr val="253B30"/>
                </a:solidFill>
                <a:latin typeface="Arial"/>
                <a:ea typeface="Arial"/>
                <a:cs typeface="Arial"/>
              </a:defRPr>
            </a:lvl7pPr>
            <a:lvl8pPr algn="l">
              <a:defRPr sz="1650" b="1">
                <a:solidFill>
                  <a:srgbClr val="253B30"/>
                </a:solidFill>
                <a:latin typeface="Arial"/>
                <a:ea typeface="Arial"/>
                <a:cs typeface="Arial"/>
              </a:defRPr>
            </a:lvl8pPr>
            <a:lvl9pPr algn="l">
              <a:defRPr sz="1650" b="1">
                <a:solidFill>
                  <a:srgbClr val="253B30"/>
                </a:solidFill>
                <a:latin typeface="Arial"/>
                <a:ea typeface="Arial"/>
                <a:cs typeface="Arial"/>
              </a:defRPr>
            </a:lvl9pPr>
          </a:lstStyle>
          <a:p xmlns:a="http://schemas.openxmlformats.org/drawingml/2006/main">
            <a:pPr algn="l">
              <a:lnSpc>
                <a:spcPct val="105000"/>
              </a:lnSpc>
              <a:buNone/>
              <a:defRPr sz="1650" b="1">
                <a:solidFill>
                  <a:srgbClr val="253B30"/>
                </a:solidFill>
                <a:latin typeface="Arial"/>
                <a:ea typeface="Arial"/>
                <a:cs typeface="Arial"/>
              </a:defRPr>
            </a:pPr>
            <a:r>
              <a:rPr sz="1650" b="1">
                <a:solidFill>
                  <a:srgbClr val="253B30"/>
                </a:solidFill>
                <a:latin typeface="Arial"/>
                <a:ea typeface="Arial"/>
                <a:cs typeface="Arial"/>
              </a:rPr>
              <a:t>AI providers</a:t>
            </a:r>
          </a:p>
        </p:txBody>
      </p:sp>
      <p:sp>
        <p:nvSpPr>
          <p:cNvPr id="22" name="providers-body">
            <a:extLst xmlns:a="http://schemas.openxmlformats.org/drawingml/2006/main">
              <a:ext uri="{FF2B5EF4-FFF2-40B4-BE49-F238E27FC236}">
                <a16:creationId xmlns:a16="http://schemas.microsoft.com/office/drawing/2014/main" id="{E40579AC-301E-41E2-AEF2-E10BC9924D3D}"/>
              </a:ext>
            </a:extLst>
          </p:cNvPr>
          <p:cNvSpPr>
            <a:spLocks xmlns:a="http://schemas.openxmlformats.org/drawingml/2006/main" noGrp="1"/>
          </p:cNvSpPr>
          <p:nvPr/>
        </p:nvSpPr>
        <p:spPr>
          <a:xfrm xmlns:a="http://schemas.openxmlformats.org/drawingml/2006/main">
            <a:off x="1952625" y="4438650"/>
            <a:ext cx="3181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343931"/>
                </a:solidFill>
                <a:latin typeface="Arial"/>
                <a:ea typeface="Arial"/>
                <a:cs typeface="Arial"/>
              </a:defRPr>
            </a:defPPr>
            <a:lvl1pPr algn="l">
              <a:defRPr sz="1275" b="0">
                <a:solidFill>
                  <a:srgbClr val="343931"/>
                </a:solidFill>
                <a:latin typeface="Arial"/>
                <a:ea typeface="Arial"/>
                <a:cs typeface="Arial"/>
              </a:defRPr>
            </a:lvl1pPr>
            <a:lvl2pPr algn="l">
              <a:defRPr sz="1275" b="0">
                <a:solidFill>
                  <a:srgbClr val="343931"/>
                </a:solidFill>
                <a:latin typeface="Arial"/>
                <a:ea typeface="Arial"/>
                <a:cs typeface="Arial"/>
              </a:defRPr>
            </a:lvl2pPr>
            <a:lvl3pPr algn="l">
              <a:defRPr sz="1275" b="0">
                <a:solidFill>
                  <a:srgbClr val="343931"/>
                </a:solidFill>
                <a:latin typeface="Arial"/>
                <a:ea typeface="Arial"/>
                <a:cs typeface="Arial"/>
              </a:defRPr>
            </a:lvl3pPr>
            <a:lvl4pPr algn="l">
              <a:defRPr sz="1275" b="0">
                <a:solidFill>
                  <a:srgbClr val="343931"/>
                </a:solidFill>
                <a:latin typeface="Arial"/>
                <a:ea typeface="Arial"/>
                <a:cs typeface="Arial"/>
              </a:defRPr>
            </a:lvl4pPr>
            <a:lvl5pPr algn="l">
              <a:defRPr sz="1275" b="0">
                <a:solidFill>
                  <a:srgbClr val="343931"/>
                </a:solidFill>
                <a:latin typeface="Arial"/>
                <a:ea typeface="Arial"/>
                <a:cs typeface="Arial"/>
              </a:defRPr>
            </a:lvl5pPr>
            <a:lvl6pPr algn="l">
              <a:defRPr sz="1275" b="0">
                <a:solidFill>
                  <a:srgbClr val="343931"/>
                </a:solidFill>
                <a:latin typeface="Arial"/>
                <a:ea typeface="Arial"/>
                <a:cs typeface="Arial"/>
              </a:defRPr>
            </a:lvl6pPr>
            <a:lvl7pPr algn="l">
              <a:defRPr sz="1275" b="0">
                <a:solidFill>
                  <a:srgbClr val="343931"/>
                </a:solidFill>
                <a:latin typeface="Arial"/>
                <a:ea typeface="Arial"/>
                <a:cs typeface="Arial"/>
              </a:defRPr>
            </a:lvl7pPr>
            <a:lvl8pPr algn="l">
              <a:defRPr sz="1275" b="0">
                <a:solidFill>
                  <a:srgbClr val="343931"/>
                </a:solidFill>
                <a:latin typeface="Arial"/>
                <a:ea typeface="Arial"/>
                <a:cs typeface="Arial"/>
              </a:defRPr>
            </a:lvl8pPr>
            <a:lvl9pPr algn="l">
              <a:defRPr sz="1275" b="0">
                <a:solidFill>
                  <a:srgbClr val="343931"/>
                </a:solidFill>
                <a:latin typeface="Arial"/>
                <a:ea typeface="Arial"/>
                <a:cs typeface="Arial"/>
              </a:defRPr>
            </a:lvl9pPr>
          </a:lstStyle>
          <a:p xmlns:a="http://schemas.openxmlformats.org/drawingml/2006/main">
            <a:pPr algn="l">
              <a:lnSpc>
                <a:spcPct val="105000"/>
              </a:lnSpc>
              <a:buNone/>
              <a:defRPr sz="1275" b="0">
                <a:solidFill>
                  <a:srgbClr val="343931"/>
                </a:solidFill>
                <a:latin typeface="Arial"/>
                <a:ea typeface="Arial"/>
                <a:cs typeface="Arial"/>
              </a:defRPr>
            </a:pPr>
            <a:r>
              <a:rPr sz="1275" b="0">
                <a:solidFill>
                  <a:srgbClr val="343931"/>
                </a:solidFill>
                <a:latin typeface="Arial"/>
                <a:ea typeface="Arial"/>
                <a:cs typeface="Arial"/>
              </a:rPr>
              <a:t>Gemini / Groq: answer generation</a:t>
            </a:r>
          </a:p>
          <a:p xmlns:a="http://schemas.openxmlformats.org/drawingml/2006/main">
            <a:pPr algn="l">
              <a:lnSpc>
                <a:spcPct val="105000"/>
              </a:lnSpc>
              <a:buNone/>
              <a:defRPr sz="1275" b="0">
                <a:solidFill>
                  <a:srgbClr val="343931"/>
                </a:solidFill>
                <a:latin typeface="Arial"/>
                <a:ea typeface="Arial"/>
                <a:cs typeface="Arial"/>
              </a:defRPr>
            </a:pPr>
            <a:r>
              <a:rPr sz="1275" b="0">
                <a:solidFill>
                  <a:srgbClr val="343931"/>
                </a:solidFill>
                <a:latin typeface="Arial"/>
                <a:ea typeface="Arial"/>
                <a:cs typeface="Arial"/>
              </a:rPr>
              <a:t>Jina: embeddings and reranking</a:t>
            </a:r>
          </a:p>
        </p:txBody>
      </p:sp>
      <p:sp>
        <p:nvSpPr>
          <p:cNvPr id="23" name="worker-box">
            <a:extLst xmlns:a="http://schemas.openxmlformats.org/drawingml/2006/main">
              <a:ext uri="{FF2B5EF4-FFF2-40B4-BE49-F238E27FC236}">
                <a16:creationId xmlns:a16="http://schemas.microsoft.com/office/drawing/2014/main" id="{C6F59D42-14D9-43DE-AC69-7B96CC2AD27F}"/>
              </a:ext>
            </a:extLst>
          </p:cNvPr>
          <p:cNvSpPr>
            <a:spLocks xmlns:a="http://schemas.openxmlformats.org/drawingml/2006/main" noGrp="1"/>
          </p:cNvSpPr>
          <p:nvPr/>
        </p:nvSpPr>
        <p:spPr>
          <a:xfrm xmlns:a="http://schemas.openxmlformats.org/drawingml/2006/main">
            <a:off x="6486525" y="3914775"/>
            <a:ext cx="3905250" cy="1200150"/>
          </a:xfrm>
          <a:prstGeom xmlns:a="http://schemas.openxmlformats.org/drawingml/2006/main" prst="rect">
            <a:avLst/>
          </a:prstGeom>
          <a:solidFill xmlns:a="http://schemas.openxmlformats.org/drawingml/2006/main">
            <a:srgbClr val="E9E7DB"/>
          </a:solidFill>
          <a:ln xmlns:a="http://schemas.openxmlformats.org/drawingml/2006/main" w="9525">
            <a:solidFill>
              <a:srgbClr val="D5D5C6"/>
            </a:solidFill>
            <a:prstDash val="solid"/>
          </a:ln>
        </p:spPr>
      </p:sp>
      <p:sp>
        <p:nvSpPr>
          <p:cNvPr id="24" name="worker-title">
            <a:extLst xmlns:a="http://schemas.openxmlformats.org/drawingml/2006/main">
              <a:ext uri="{FF2B5EF4-FFF2-40B4-BE49-F238E27FC236}">
                <a16:creationId xmlns:a16="http://schemas.microsoft.com/office/drawing/2014/main" id="{B3B70444-3B19-4D05-B651-8D7601F44307}"/>
              </a:ext>
            </a:extLst>
          </p:cNvPr>
          <p:cNvSpPr>
            <a:spLocks xmlns:a="http://schemas.openxmlformats.org/drawingml/2006/main" noGrp="1"/>
          </p:cNvSpPr>
          <p:nvPr/>
        </p:nvSpPr>
        <p:spPr>
          <a:xfrm xmlns:a="http://schemas.openxmlformats.org/drawingml/2006/main">
            <a:off x="6657975" y="4067175"/>
            <a:ext cx="35623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53B30"/>
                </a:solidFill>
                <a:latin typeface="Arial"/>
                <a:ea typeface="Arial"/>
                <a:cs typeface="Arial"/>
              </a:defRPr>
            </a:defPPr>
            <a:lvl1pPr algn="l">
              <a:defRPr sz="1650" b="1">
                <a:solidFill>
                  <a:srgbClr val="253B30"/>
                </a:solidFill>
                <a:latin typeface="Arial"/>
                <a:ea typeface="Arial"/>
                <a:cs typeface="Arial"/>
              </a:defRPr>
            </a:lvl1pPr>
            <a:lvl2pPr algn="l">
              <a:defRPr sz="1650" b="1">
                <a:solidFill>
                  <a:srgbClr val="253B30"/>
                </a:solidFill>
                <a:latin typeface="Arial"/>
                <a:ea typeface="Arial"/>
                <a:cs typeface="Arial"/>
              </a:defRPr>
            </a:lvl2pPr>
            <a:lvl3pPr algn="l">
              <a:defRPr sz="1650" b="1">
                <a:solidFill>
                  <a:srgbClr val="253B30"/>
                </a:solidFill>
                <a:latin typeface="Arial"/>
                <a:ea typeface="Arial"/>
                <a:cs typeface="Arial"/>
              </a:defRPr>
            </a:lvl3pPr>
            <a:lvl4pPr algn="l">
              <a:defRPr sz="1650" b="1">
                <a:solidFill>
                  <a:srgbClr val="253B30"/>
                </a:solidFill>
                <a:latin typeface="Arial"/>
                <a:ea typeface="Arial"/>
                <a:cs typeface="Arial"/>
              </a:defRPr>
            </a:lvl4pPr>
            <a:lvl5pPr algn="l">
              <a:defRPr sz="1650" b="1">
                <a:solidFill>
                  <a:srgbClr val="253B30"/>
                </a:solidFill>
                <a:latin typeface="Arial"/>
                <a:ea typeface="Arial"/>
                <a:cs typeface="Arial"/>
              </a:defRPr>
            </a:lvl5pPr>
            <a:lvl6pPr algn="l">
              <a:defRPr sz="1650" b="1">
                <a:solidFill>
                  <a:srgbClr val="253B30"/>
                </a:solidFill>
                <a:latin typeface="Arial"/>
                <a:ea typeface="Arial"/>
                <a:cs typeface="Arial"/>
              </a:defRPr>
            </a:lvl6pPr>
            <a:lvl7pPr algn="l">
              <a:defRPr sz="1650" b="1">
                <a:solidFill>
                  <a:srgbClr val="253B30"/>
                </a:solidFill>
                <a:latin typeface="Arial"/>
                <a:ea typeface="Arial"/>
                <a:cs typeface="Arial"/>
              </a:defRPr>
            </a:lvl7pPr>
            <a:lvl8pPr algn="l">
              <a:defRPr sz="1650" b="1">
                <a:solidFill>
                  <a:srgbClr val="253B30"/>
                </a:solidFill>
                <a:latin typeface="Arial"/>
                <a:ea typeface="Arial"/>
                <a:cs typeface="Arial"/>
              </a:defRPr>
            </a:lvl8pPr>
            <a:lvl9pPr algn="l">
              <a:defRPr sz="1650" b="1">
                <a:solidFill>
                  <a:srgbClr val="253B30"/>
                </a:solidFill>
                <a:latin typeface="Arial"/>
                <a:ea typeface="Arial"/>
                <a:cs typeface="Arial"/>
              </a:defRPr>
            </a:lvl9pPr>
          </a:lstStyle>
          <a:p xmlns:a="http://schemas.openxmlformats.org/drawingml/2006/main">
            <a:pPr algn="l">
              <a:lnSpc>
                <a:spcPct val="105000"/>
              </a:lnSpc>
              <a:buNone/>
              <a:defRPr sz="1650" b="1">
                <a:solidFill>
                  <a:srgbClr val="253B30"/>
                </a:solidFill>
                <a:latin typeface="Arial"/>
                <a:ea typeface="Arial"/>
                <a:cs typeface="Arial"/>
              </a:defRPr>
            </a:pPr>
            <a:r>
              <a:rPr sz="1650" b="1">
                <a:solidFill>
                  <a:srgbClr val="253B30"/>
                </a:solidFill>
                <a:latin typeface="Arial"/>
                <a:ea typeface="Arial"/>
                <a:cs typeface="Arial"/>
              </a:rPr>
              <a:t>Windows Whisper worker</a:t>
            </a:r>
          </a:p>
        </p:txBody>
      </p:sp>
      <p:sp>
        <p:nvSpPr>
          <p:cNvPr id="25" name="worker-body">
            <a:extLst xmlns:a="http://schemas.openxmlformats.org/drawingml/2006/main">
              <a:ext uri="{FF2B5EF4-FFF2-40B4-BE49-F238E27FC236}">
                <a16:creationId xmlns:a16="http://schemas.microsoft.com/office/drawing/2014/main" id="{57C0D7B9-4817-40FC-8492-618F95D5B033}"/>
              </a:ext>
            </a:extLst>
          </p:cNvPr>
          <p:cNvSpPr>
            <a:spLocks xmlns:a="http://schemas.openxmlformats.org/drawingml/2006/main" noGrp="1"/>
          </p:cNvSpPr>
          <p:nvPr/>
        </p:nvSpPr>
        <p:spPr>
          <a:xfrm xmlns:a="http://schemas.openxmlformats.org/drawingml/2006/main">
            <a:off x="6657975" y="4438650"/>
            <a:ext cx="3562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343931"/>
                </a:solidFill>
                <a:latin typeface="Arial"/>
                <a:ea typeface="Arial"/>
                <a:cs typeface="Arial"/>
              </a:defRPr>
            </a:defPPr>
            <a:lvl1pPr algn="l">
              <a:defRPr sz="1275" b="0">
                <a:solidFill>
                  <a:srgbClr val="343931"/>
                </a:solidFill>
                <a:latin typeface="Arial"/>
                <a:ea typeface="Arial"/>
                <a:cs typeface="Arial"/>
              </a:defRPr>
            </a:lvl1pPr>
            <a:lvl2pPr algn="l">
              <a:defRPr sz="1275" b="0">
                <a:solidFill>
                  <a:srgbClr val="343931"/>
                </a:solidFill>
                <a:latin typeface="Arial"/>
                <a:ea typeface="Arial"/>
                <a:cs typeface="Arial"/>
              </a:defRPr>
            </a:lvl2pPr>
            <a:lvl3pPr algn="l">
              <a:defRPr sz="1275" b="0">
                <a:solidFill>
                  <a:srgbClr val="343931"/>
                </a:solidFill>
                <a:latin typeface="Arial"/>
                <a:ea typeface="Arial"/>
                <a:cs typeface="Arial"/>
              </a:defRPr>
            </a:lvl3pPr>
            <a:lvl4pPr algn="l">
              <a:defRPr sz="1275" b="0">
                <a:solidFill>
                  <a:srgbClr val="343931"/>
                </a:solidFill>
                <a:latin typeface="Arial"/>
                <a:ea typeface="Arial"/>
                <a:cs typeface="Arial"/>
              </a:defRPr>
            </a:lvl4pPr>
            <a:lvl5pPr algn="l">
              <a:defRPr sz="1275" b="0">
                <a:solidFill>
                  <a:srgbClr val="343931"/>
                </a:solidFill>
                <a:latin typeface="Arial"/>
                <a:ea typeface="Arial"/>
                <a:cs typeface="Arial"/>
              </a:defRPr>
            </a:lvl5pPr>
            <a:lvl6pPr algn="l">
              <a:defRPr sz="1275" b="0">
                <a:solidFill>
                  <a:srgbClr val="343931"/>
                </a:solidFill>
                <a:latin typeface="Arial"/>
                <a:ea typeface="Arial"/>
                <a:cs typeface="Arial"/>
              </a:defRPr>
            </a:lvl6pPr>
            <a:lvl7pPr algn="l">
              <a:defRPr sz="1275" b="0">
                <a:solidFill>
                  <a:srgbClr val="343931"/>
                </a:solidFill>
                <a:latin typeface="Arial"/>
                <a:ea typeface="Arial"/>
                <a:cs typeface="Arial"/>
              </a:defRPr>
            </a:lvl7pPr>
            <a:lvl8pPr algn="l">
              <a:defRPr sz="1275" b="0">
                <a:solidFill>
                  <a:srgbClr val="343931"/>
                </a:solidFill>
                <a:latin typeface="Arial"/>
                <a:ea typeface="Arial"/>
                <a:cs typeface="Arial"/>
              </a:defRPr>
            </a:lvl8pPr>
            <a:lvl9pPr algn="l">
              <a:defRPr sz="1275" b="0">
                <a:solidFill>
                  <a:srgbClr val="343931"/>
                </a:solidFill>
                <a:latin typeface="Arial"/>
                <a:ea typeface="Arial"/>
                <a:cs typeface="Arial"/>
              </a:defRPr>
            </a:lvl9pPr>
          </a:lstStyle>
          <a:p xmlns:a="http://schemas.openxmlformats.org/drawingml/2006/main">
            <a:pPr algn="l">
              <a:lnSpc>
                <a:spcPct val="105000"/>
              </a:lnSpc>
              <a:buNone/>
              <a:defRPr sz="1275" b="0">
                <a:solidFill>
                  <a:srgbClr val="343931"/>
                </a:solidFill>
                <a:latin typeface="Arial"/>
                <a:ea typeface="Arial"/>
                <a:cs typeface="Arial"/>
              </a:defRPr>
            </a:pPr>
            <a:r>
              <a:rPr sz="1275" b="0">
                <a:solidFill>
                  <a:srgbClr val="343931"/>
                </a:solidFill>
                <a:latin typeface="Arial"/>
                <a:ea typeface="Arial"/>
                <a:cs typeface="Arial"/>
              </a:rPr>
              <a:t>Vulkan + whisper.cpp + FFmpeg</a:t>
            </a:r>
          </a:p>
          <a:p xmlns:a="http://schemas.openxmlformats.org/drawingml/2006/main">
            <a:pPr algn="l">
              <a:lnSpc>
                <a:spcPct val="105000"/>
              </a:lnSpc>
              <a:buNone/>
              <a:defRPr sz="1275" b="0">
                <a:solidFill>
                  <a:srgbClr val="343931"/>
                </a:solidFill>
                <a:latin typeface="Arial"/>
                <a:ea typeface="Arial"/>
                <a:cs typeface="Arial"/>
              </a:defRPr>
            </a:pPr>
            <a:r>
              <a:rPr sz="1275" b="0">
                <a:solidFill>
                  <a:srgbClr val="343931"/>
                </a:solidFill>
                <a:latin typeface="Arial"/>
                <a:ea typeface="Arial"/>
                <a:cs typeface="Arial"/>
              </a:rPr>
              <a:t>Outbound HTTPS; bounded job leases</a:t>
            </a:r>
          </a:p>
        </p:txBody>
      </p:sp>
      <p:sp>
        <p:nvSpPr>
          <p:cNvPr id="26" name="app-provider-arrow">
            <a:extLst xmlns:a="http://schemas.openxmlformats.org/drawingml/2006/main">
              <a:ext uri="{FF2B5EF4-FFF2-40B4-BE49-F238E27FC236}">
                <a16:creationId xmlns:a16="http://schemas.microsoft.com/office/drawing/2014/main" id="{1C297A9E-5B00-411F-B420-6E14DAC0193F}"/>
              </a:ext>
            </a:extLst>
          </p:cNvPr>
          <p:cNvSpPr>
            <a:spLocks xmlns:a="http://schemas.openxmlformats.org/drawingml/2006/main" noGrp="1"/>
          </p:cNvSpPr>
          <p:nvPr/>
        </p:nvSpPr>
        <p:spPr>
          <a:xfrm xmlns:a="http://schemas.openxmlformats.org/drawingml/2006/main">
            <a:off x="4476750" y="3305175"/>
            <a:ext cx="428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250" b="1">
                <a:solidFill>
                  <a:srgbClr val="A45232"/>
                </a:solidFill>
                <a:latin typeface="Arial"/>
                <a:ea typeface="Arial"/>
                <a:cs typeface="Arial"/>
              </a:defRPr>
            </a:defPPr>
            <a:lvl1pPr algn="ctr">
              <a:defRPr sz="2250" b="1">
                <a:solidFill>
                  <a:srgbClr val="A45232"/>
                </a:solidFill>
                <a:latin typeface="Arial"/>
                <a:ea typeface="Arial"/>
                <a:cs typeface="Arial"/>
              </a:defRPr>
            </a:lvl1pPr>
            <a:lvl2pPr algn="ctr">
              <a:defRPr sz="2250" b="1">
                <a:solidFill>
                  <a:srgbClr val="A45232"/>
                </a:solidFill>
                <a:latin typeface="Arial"/>
                <a:ea typeface="Arial"/>
                <a:cs typeface="Arial"/>
              </a:defRPr>
            </a:lvl2pPr>
            <a:lvl3pPr algn="ctr">
              <a:defRPr sz="2250" b="1">
                <a:solidFill>
                  <a:srgbClr val="A45232"/>
                </a:solidFill>
                <a:latin typeface="Arial"/>
                <a:ea typeface="Arial"/>
                <a:cs typeface="Arial"/>
              </a:defRPr>
            </a:lvl3pPr>
            <a:lvl4pPr algn="ctr">
              <a:defRPr sz="2250" b="1">
                <a:solidFill>
                  <a:srgbClr val="A45232"/>
                </a:solidFill>
                <a:latin typeface="Arial"/>
                <a:ea typeface="Arial"/>
                <a:cs typeface="Arial"/>
              </a:defRPr>
            </a:lvl4pPr>
            <a:lvl5pPr algn="ctr">
              <a:defRPr sz="2250" b="1">
                <a:solidFill>
                  <a:srgbClr val="A45232"/>
                </a:solidFill>
                <a:latin typeface="Arial"/>
                <a:ea typeface="Arial"/>
                <a:cs typeface="Arial"/>
              </a:defRPr>
            </a:lvl5pPr>
            <a:lvl6pPr algn="ctr">
              <a:defRPr sz="2250" b="1">
                <a:solidFill>
                  <a:srgbClr val="A45232"/>
                </a:solidFill>
                <a:latin typeface="Arial"/>
                <a:ea typeface="Arial"/>
                <a:cs typeface="Arial"/>
              </a:defRPr>
            </a:lvl6pPr>
            <a:lvl7pPr algn="ctr">
              <a:defRPr sz="2250" b="1">
                <a:solidFill>
                  <a:srgbClr val="A45232"/>
                </a:solidFill>
                <a:latin typeface="Arial"/>
                <a:ea typeface="Arial"/>
                <a:cs typeface="Arial"/>
              </a:defRPr>
            </a:lvl7pPr>
            <a:lvl8pPr algn="ctr">
              <a:defRPr sz="2250" b="1">
                <a:solidFill>
                  <a:srgbClr val="A45232"/>
                </a:solidFill>
                <a:latin typeface="Arial"/>
                <a:ea typeface="Arial"/>
                <a:cs typeface="Arial"/>
              </a:defRPr>
            </a:lvl8pPr>
            <a:lvl9pPr algn="ctr">
              <a:defRPr sz="2250" b="1">
                <a:solidFill>
                  <a:srgbClr val="A45232"/>
                </a:solidFill>
                <a:latin typeface="Arial"/>
                <a:ea typeface="Arial"/>
                <a:cs typeface="Arial"/>
              </a:defRPr>
            </a:lvl9pPr>
          </a:lstStyle>
          <a:p xmlns:a="http://schemas.openxmlformats.org/drawingml/2006/main">
            <a:pPr algn="ctr">
              <a:lnSpc>
                <a:spcPct val="105000"/>
              </a:lnSpc>
              <a:buNone/>
              <a:defRPr sz="2250" b="1">
                <a:solidFill>
                  <a:srgbClr val="A45232"/>
                </a:solidFill>
                <a:latin typeface="Arial"/>
                <a:ea typeface="Arial"/>
                <a:cs typeface="Arial"/>
              </a:defRPr>
            </a:pPr>
            <a:r>
              <a:rPr sz="2250" b="1">
                <a:solidFill>
                  <a:srgbClr val="A45232"/>
                </a:solidFill>
                <a:latin typeface="Arial"/>
                <a:ea typeface="Arial"/>
                <a:cs typeface="Arial"/>
              </a:rPr>
              <a:t>↓</a:t>
            </a:r>
          </a:p>
        </p:txBody>
      </p:sp>
      <p:sp>
        <p:nvSpPr>
          <p:cNvPr id="27" name="worker-queue-arrow">
            <a:extLst xmlns:a="http://schemas.openxmlformats.org/drawingml/2006/main">
              <a:ext uri="{FF2B5EF4-FFF2-40B4-BE49-F238E27FC236}">
                <a16:creationId xmlns:a16="http://schemas.microsoft.com/office/drawing/2014/main" id="{C7DFF769-ACEA-40A8-BB59-FB7CB41AC00C}"/>
              </a:ext>
            </a:extLst>
          </p:cNvPr>
          <p:cNvSpPr>
            <a:spLocks xmlns:a="http://schemas.openxmlformats.org/drawingml/2006/main" noGrp="1"/>
          </p:cNvSpPr>
          <p:nvPr/>
        </p:nvSpPr>
        <p:spPr>
          <a:xfrm xmlns:a="http://schemas.openxmlformats.org/drawingml/2006/main">
            <a:off x="5838825" y="4295775"/>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250" b="1">
                <a:solidFill>
                  <a:srgbClr val="A45232"/>
                </a:solidFill>
                <a:latin typeface="Arial"/>
                <a:ea typeface="Arial"/>
                <a:cs typeface="Arial"/>
              </a:defRPr>
            </a:defPPr>
            <a:lvl1pPr algn="ctr">
              <a:defRPr sz="2250" b="1">
                <a:solidFill>
                  <a:srgbClr val="A45232"/>
                </a:solidFill>
                <a:latin typeface="Arial"/>
                <a:ea typeface="Arial"/>
                <a:cs typeface="Arial"/>
              </a:defRPr>
            </a:lvl1pPr>
            <a:lvl2pPr algn="ctr">
              <a:defRPr sz="2250" b="1">
                <a:solidFill>
                  <a:srgbClr val="A45232"/>
                </a:solidFill>
                <a:latin typeface="Arial"/>
                <a:ea typeface="Arial"/>
                <a:cs typeface="Arial"/>
              </a:defRPr>
            </a:lvl2pPr>
            <a:lvl3pPr algn="ctr">
              <a:defRPr sz="2250" b="1">
                <a:solidFill>
                  <a:srgbClr val="A45232"/>
                </a:solidFill>
                <a:latin typeface="Arial"/>
                <a:ea typeface="Arial"/>
                <a:cs typeface="Arial"/>
              </a:defRPr>
            </a:lvl3pPr>
            <a:lvl4pPr algn="ctr">
              <a:defRPr sz="2250" b="1">
                <a:solidFill>
                  <a:srgbClr val="A45232"/>
                </a:solidFill>
                <a:latin typeface="Arial"/>
                <a:ea typeface="Arial"/>
                <a:cs typeface="Arial"/>
              </a:defRPr>
            </a:lvl4pPr>
            <a:lvl5pPr algn="ctr">
              <a:defRPr sz="2250" b="1">
                <a:solidFill>
                  <a:srgbClr val="A45232"/>
                </a:solidFill>
                <a:latin typeface="Arial"/>
                <a:ea typeface="Arial"/>
                <a:cs typeface="Arial"/>
              </a:defRPr>
            </a:lvl5pPr>
            <a:lvl6pPr algn="ctr">
              <a:defRPr sz="2250" b="1">
                <a:solidFill>
                  <a:srgbClr val="A45232"/>
                </a:solidFill>
                <a:latin typeface="Arial"/>
                <a:ea typeface="Arial"/>
                <a:cs typeface="Arial"/>
              </a:defRPr>
            </a:lvl6pPr>
            <a:lvl7pPr algn="ctr">
              <a:defRPr sz="2250" b="1">
                <a:solidFill>
                  <a:srgbClr val="A45232"/>
                </a:solidFill>
                <a:latin typeface="Arial"/>
                <a:ea typeface="Arial"/>
                <a:cs typeface="Arial"/>
              </a:defRPr>
            </a:lvl7pPr>
            <a:lvl8pPr algn="ctr">
              <a:defRPr sz="2250" b="1">
                <a:solidFill>
                  <a:srgbClr val="A45232"/>
                </a:solidFill>
                <a:latin typeface="Arial"/>
                <a:ea typeface="Arial"/>
                <a:cs typeface="Arial"/>
              </a:defRPr>
            </a:lvl8pPr>
            <a:lvl9pPr algn="ctr">
              <a:defRPr sz="2250" b="1">
                <a:solidFill>
                  <a:srgbClr val="A45232"/>
                </a:solidFill>
                <a:latin typeface="Arial"/>
                <a:ea typeface="Arial"/>
                <a:cs typeface="Arial"/>
              </a:defRPr>
            </a:lvl9pPr>
          </a:lstStyle>
          <a:p xmlns:a="http://schemas.openxmlformats.org/drawingml/2006/main">
            <a:pPr algn="ctr">
              <a:lnSpc>
                <a:spcPct val="105000"/>
              </a:lnSpc>
              <a:buNone/>
              <a:defRPr sz="2250" b="1">
                <a:solidFill>
                  <a:srgbClr val="A45232"/>
                </a:solidFill>
                <a:latin typeface="Arial"/>
                <a:ea typeface="Arial"/>
                <a:cs typeface="Arial"/>
              </a:defRPr>
            </a:pPr>
            <a:r>
              <a:rPr sz="2250" b="1">
                <a:solidFill>
                  <a:srgbClr val="A45232"/>
                </a:solidFill>
                <a:latin typeface="Arial"/>
                <a:ea typeface="Arial"/>
                <a:cs typeface="Arial"/>
              </a:rPr>
              <a:t>↔</a:t>
            </a:r>
          </a:p>
        </p:txBody>
      </p:sp>
      <p:sp>
        <p:nvSpPr>
          <p:cNvPr id="28" name="worker-status-note">
            <a:extLst xmlns:a="http://schemas.openxmlformats.org/drawingml/2006/main">
              <a:ext uri="{FF2B5EF4-FFF2-40B4-BE49-F238E27FC236}">
                <a16:creationId xmlns:a16="http://schemas.microsoft.com/office/drawing/2014/main" id="{34619AE1-C776-4DB6-9319-9B99CDE8C423}"/>
              </a:ext>
            </a:extLst>
          </p:cNvPr>
          <p:cNvSpPr>
            <a:spLocks xmlns:a="http://schemas.openxmlformats.org/drawingml/2006/main" noGrp="1"/>
          </p:cNvSpPr>
          <p:nvPr/>
        </p:nvSpPr>
        <p:spPr>
          <a:xfrm xmlns:a="http://schemas.openxmlformats.org/drawingml/2006/main">
            <a:off x="1781175" y="5391150"/>
            <a:ext cx="8629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1">
                <a:solidFill>
                  <a:srgbClr val="A45232"/>
                </a:solidFill>
                <a:latin typeface="Arial"/>
                <a:ea typeface="Arial"/>
                <a:cs typeface="Arial"/>
              </a:defRPr>
            </a:defPPr>
            <a:lvl1pPr algn="ctr">
              <a:defRPr sz="1350" b="1">
                <a:solidFill>
                  <a:srgbClr val="A45232"/>
                </a:solidFill>
                <a:latin typeface="Arial"/>
                <a:ea typeface="Arial"/>
                <a:cs typeface="Arial"/>
              </a:defRPr>
            </a:lvl1pPr>
            <a:lvl2pPr algn="ctr">
              <a:defRPr sz="1350" b="1">
                <a:solidFill>
                  <a:srgbClr val="A45232"/>
                </a:solidFill>
                <a:latin typeface="Arial"/>
                <a:ea typeface="Arial"/>
                <a:cs typeface="Arial"/>
              </a:defRPr>
            </a:lvl2pPr>
            <a:lvl3pPr algn="ctr">
              <a:defRPr sz="1350" b="1">
                <a:solidFill>
                  <a:srgbClr val="A45232"/>
                </a:solidFill>
                <a:latin typeface="Arial"/>
                <a:ea typeface="Arial"/>
                <a:cs typeface="Arial"/>
              </a:defRPr>
            </a:lvl3pPr>
            <a:lvl4pPr algn="ctr">
              <a:defRPr sz="1350" b="1">
                <a:solidFill>
                  <a:srgbClr val="A45232"/>
                </a:solidFill>
                <a:latin typeface="Arial"/>
                <a:ea typeface="Arial"/>
                <a:cs typeface="Arial"/>
              </a:defRPr>
            </a:lvl4pPr>
            <a:lvl5pPr algn="ctr">
              <a:defRPr sz="1350" b="1">
                <a:solidFill>
                  <a:srgbClr val="A45232"/>
                </a:solidFill>
                <a:latin typeface="Arial"/>
                <a:ea typeface="Arial"/>
                <a:cs typeface="Arial"/>
              </a:defRPr>
            </a:lvl5pPr>
            <a:lvl6pPr algn="ctr">
              <a:defRPr sz="1350" b="1">
                <a:solidFill>
                  <a:srgbClr val="A45232"/>
                </a:solidFill>
                <a:latin typeface="Arial"/>
                <a:ea typeface="Arial"/>
                <a:cs typeface="Arial"/>
              </a:defRPr>
            </a:lvl6pPr>
            <a:lvl7pPr algn="ctr">
              <a:defRPr sz="1350" b="1">
                <a:solidFill>
                  <a:srgbClr val="A45232"/>
                </a:solidFill>
                <a:latin typeface="Arial"/>
                <a:ea typeface="Arial"/>
                <a:cs typeface="Arial"/>
              </a:defRPr>
            </a:lvl7pPr>
            <a:lvl8pPr algn="ctr">
              <a:defRPr sz="1350" b="1">
                <a:solidFill>
                  <a:srgbClr val="A45232"/>
                </a:solidFill>
                <a:latin typeface="Arial"/>
                <a:ea typeface="Arial"/>
                <a:cs typeface="Arial"/>
              </a:defRPr>
            </a:lvl8pPr>
            <a:lvl9pPr algn="ctr">
              <a:defRPr sz="1350" b="1">
                <a:solidFill>
                  <a:srgbClr val="A45232"/>
                </a:solidFill>
                <a:latin typeface="Arial"/>
                <a:ea typeface="Arial"/>
                <a:cs typeface="Arial"/>
              </a:defRPr>
            </a:lvl9pPr>
          </a:lstStyle>
          <a:p xmlns:a="http://schemas.openxmlformats.org/drawingml/2006/main">
            <a:pPr algn="ctr">
              <a:lnSpc>
                <a:spcPct val="105000"/>
              </a:lnSpc>
              <a:buNone/>
              <a:defRPr sz="1350" b="1">
                <a:solidFill>
                  <a:srgbClr val="A45232"/>
                </a:solidFill>
                <a:latin typeface="Arial"/>
                <a:ea typeface="Arial"/>
                <a:cs typeface="Arial"/>
              </a:defRPr>
            </a:pPr>
            <a:r>
              <a:rPr sz="1350" b="1">
                <a:solidFill>
                  <a:srgbClr val="A45232"/>
                </a:solidFill>
                <a:latin typeface="Arial"/>
                <a:ea typeface="Arial"/>
                <a:cs typeface="Arial"/>
              </a:rPr>
              <a:t>Remote queue migration and end-to-end worker acceptance are still pending.</a:t>
            </a:r>
          </a:p>
        </p:txBody>
      </p:sp>
    </p:spTree>
    <p:extLst>
      <p:ext uri="{BB962C8B-B14F-4D97-AF65-F5344CB8AC3E}">
        <p14:creationId xmlns:p14="http://schemas.microsoft.com/office/powerpoint/2010/main" val="306488327"/>
      </p:ext>
    </p:extLst>
  </p:cSld>
</p:sld>
</file>

<file path=ppt/slides/slide4.xml><?xml version="1.0" encoding="utf-8"?>
<p:sld xmlns:p="http://schemas.openxmlformats.org/presentationml/2006/main">
  <p:cSld>
    <p:bg>
      <p:bgPr>
        <a:solidFill xmlns:a="http://schemas.openxmlformats.org/drawingml/2006/main">
          <a:srgbClr val="F6F4EA"/>
        </a:solidFill>
      </p:bgPr>
    </p:bg>
    <p:spTree>
      <p:nvGrpSpPr>
        <p:cNvPr id="1" name=""/>
        <p:cNvGrpSpPr/>
        <p:nvPr/>
      </p:nvGrpSpPr>
      <p:grpSpPr>
        <a:xfrm xmlns:a="http://schemas.openxmlformats.org/drawingml/2006/main"/>
      </p:grpSpPr>
      <p:sp>
        <p:nvSpPr>
          <p:cNvPr id="20" name="slide-4-title">
            <a:extLst xmlns:a="http://schemas.openxmlformats.org/drawingml/2006/main">
              <a:ext uri="{FF2B5EF4-FFF2-40B4-BE49-F238E27FC236}">
                <a16:creationId xmlns:a16="http://schemas.microsoft.com/office/drawing/2014/main" id="{24DA91AE-000E-4812-BA01-B6481C8789AE}"/>
              </a:ext>
            </a:extLst>
          </p:cNvPr>
          <p:cNvSpPr>
            <a:spLocks xmlns:a="http://schemas.openxmlformats.org/drawingml/2006/main" noGrp="1"/>
          </p:cNvSpPr>
          <p:nvPr/>
        </p:nvSpPr>
        <p:spPr>
          <a:xfrm xmlns:a="http://schemas.openxmlformats.org/drawingml/2006/main">
            <a:off x="609600" y="400050"/>
            <a:ext cx="1066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253B30"/>
                </a:solidFill>
                <a:latin typeface="Arial"/>
                <a:ea typeface="Arial"/>
                <a:cs typeface="Arial"/>
              </a:defRPr>
            </a:defPPr>
            <a:lvl1pPr algn="l">
              <a:defRPr sz="3300" b="1">
                <a:solidFill>
                  <a:srgbClr val="253B30"/>
                </a:solidFill>
                <a:latin typeface="Arial"/>
                <a:ea typeface="Arial"/>
                <a:cs typeface="Arial"/>
              </a:defRPr>
            </a:lvl1pPr>
            <a:lvl2pPr algn="l">
              <a:defRPr sz="3300" b="1">
                <a:solidFill>
                  <a:srgbClr val="253B30"/>
                </a:solidFill>
                <a:latin typeface="Arial"/>
                <a:ea typeface="Arial"/>
                <a:cs typeface="Arial"/>
              </a:defRPr>
            </a:lvl2pPr>
            <a:lvl3pPr algn="l">
              <a:defRPr sz="3300" b="1">
                <a:solidFill>
                  <a:srgbClr val="253B30"/>
                </a:solidFill>
                <a:latin typeface="Arial"/>
                <a:ea typeface="Arial"/>
                <a:cs typeface="Arial"/>
              </a:defRPr>
            </a:lvl3pPr>
            <a:lvl4pPr algn="l">
              <a:defRPr sz="3300" b="1">
                <a:solidFill>
                  <a:srgbClr val="253B30"/>
                </a:solidFill>
                <a:latin typeface="Arial"/>
                <a:ea typeface="Arial"/>
                <a:cs typeface="Arial"/>
              </a:defRPr>
            </a:lvl4pPr>
            <a:lvl5pPr algn="l">
              <a:defRPr sz="3300" b="1">
                <a:solidFill>
                  <a:srgbClr val="253B30"/>
                </a:solidFill>
                <a:latin typeface="Arial"/>
                <a:ea typeface="Arial"/>
                <a:cs typeface="Arial"/>
              </a:defRPr>
            </a:lvl5pPr>
            <a:lvl6pPr algn="l">
              <a:defRPr sz="3300" b="1">
                <a:solidFill>
                  <a:srgbClr val="253B30"/>
                </a:solidFill>
                <a:latin typeface="Arial"/>
                <a:ea typeface="Arial"/>
                <a:cs typeface="Arial"/>
              </a:defRPr>
            </a:lvl6pPr>
            <a:lvl7pPr algn="l">
              <a:defRPr sz="3300" b="1">
                <a:solidFill>
                  <a:srgbClr val="253B30"/>
                </a:solidFill>
                <a:latin typeface="Arial"/>
                <a:ea typeface="Arial"/>
                <a:cs typeface="Arial"/>
              </a:defRPr>
            </a:lvl7pPr>
            <a:lvl8pPr algn="l">
              <a:defRPr sz="3300" b="1">
                <a:solidFill>
                  <a:srgbClr val="253B30"/>
                </a:solidFill>
                <a:latin typeface="Arial"/>
                <a:ea typeface="Arial"/>
                <a:cs typeface="Arial"/>
              </a:defRPr>
            </a:lvl8pPr>
            <a:lvl9pPr algn="l">
              <a:defRPr sz="3300" b="1">
                <a:solidFill>
                  <a:srgbClr val="253B30"/>
                </a:solidFill>
                <a:latin typeface="Arial"/>
                <a:ea typeface="Arial"/>
                <a:cs typeface="Arial"/>
              </a:defRPr>
            </a:lvl9pPr>
          </a:lstStyle>
          <a:p xmlns:a="http://schemas.openxmlformats.org/drawingml/2006/main">
            <a:pPr algn="l">
              <a:lnSpc>
                <a:spcPct val="105000"/>
              </a:lnSpc>
              <a:buNone/>
              <a:defRPr sz="3300" b="1">
                <a:solidFill>
                  <a:srgbClr val="253B30"/>
                </a:solidFill>
                <a:latin typeface="Arial"/>
                <a:ea typeface="Arial"/>
                <a:cs typeface="Arial"/>
              </a:defRPr>
            </a:pPr>
            <a:r>
              <a:rPr sz="3300" b="1">
                <a:solidFill>
                  <a:srgbClr val="253B30"/>
                </a:solidFill>
                <a:latin typeface="Arial"/>
                <a:ea typeface="Arial"/>
                <a:cs typeface="Arial"/>
              </a:rPr>
              <a:t>Evaluation: measured results and open hypotheses</a:t>
            </a:r>
          </a:p>
        </p:txBody>
      </p:sp>
      <p:sp>
        <p:nvSpPr>
          <p:cNvPr id="2" name="slide-4-rule">
            <a:extLst xmlns:a="http://schemas.openxmlformats.org/drawingml/2006/main">
              <a:ext uri="{FF2B5EF4-FFF2-40B4-BE49-F238E27FC236}">
                <a16:creationId xmlns:a16="http://schemas.microsoft.com/office/drawing/2014/main" id="{4403C640-1969-4A14-A3E7-0971FCAED3FE}"/>
              </a:ext>
            </a:extLst>
          </p:cNvPr>
          <p:cNvSpPr>
            <a:spLocks xmlns:a="http://schemas.openxmlformats.org/drawingml/2006/main" noGrp="1"/>
          </p:cNvSpPr>
          <p:nvPr/>
        </p:nvSpPr>
        <p:spPr>
          <a:xfrm xmlns:a="http://schemas.openxmlformats.org/drawingml/2006/main">
            <a:off x="609600" y="1076325"/>
            <a:ext cx="10972800" cy="0"/>
          </a:xfrm>
          <a:prstGeom xmlns:a="http://schemas.openxmlformats.org/drawingml/2006/main" prst="line">
            <a:avLst/>
          </a:prstGeom>
          <a:noFill xmlns:a="http://schemas.openxmlformats.org/drawingml/2006/main"/>
          <a:ln xmlns:a="http://schemas.openxmlformats.org/drawingml/2006/main" w="28575">
            <a:solidFill>
              <a:srgbClr val="A45232"/>
            </a:solidFill>
            <a:prstDash val="solid"/>
          </a:ln>
        </p:spPr>
      </p:sp>
      <p:sp>
        <p:nvSpPr>
          <p:cNvPr id="3" name="slide-4-footer">
            <a:extLst xmlns:a="http://schemas.openxmlformats.org/drawingml/2006/main">
              <a:ext uri="{FF2B5EF4-FFF2-40B4-BE49-F238E27FC236}">
                <a16:creationId xmlns:a16="http://schemas.microsoft.com/office/drawing/2014/main" id="{8AAAA5C4-9308-494D-850F-7C878C402E00}"/>
              </a:ext>
            </a:extLst>
          </p:cNvPr>
          <p:cNvSpPr>
            <a:spLocks xmlns:a="http://schemas.openxmlformats.org/drawingml/2006/main" noGrp="1"/>
          </p:cNvSpPr>
          <p:nvPr/>
        </p:nvSpPr>
        <p:spPr>
          <a:xfrm xmlns:a="http://schemas.openxmlformats.org/drawingml/2006/main">
            <a:off x="609600" y="6419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6E7166"/>
                </a:solidFill>
                <a:latin typeface="Arial"/>
                <a:ea typeface="Arial"/>
                <a:cs typeface="Arial"/>
              </a:defRPr>
            </a:defPPr>
            <a:lvl1pPr algn="l">
              <a:defRPr sz="1050" b="0">
                <a:solidFill>
                  <a:srgbClr val="6E7166"/>
                </a:solidFill>
                <a:latin typeface="Arial"/>
                <a:ea typeface="Arial"/>
                <a:cs typeface="Arial"/>
              </a:defRPr>
            </a:lvl1pPr>
            <a:lvl2pPr algn="l">
              <a:defRPr sz="1050" b="0">
                <a:solidFill>
                  <a:srgbClr val="6E7166"/>
                </a:solidFill>
                <a:latin typeface="Arial"/>
                <a:ea typeface="Arial"/>
                <a:cs typeface="Arial"/>
              </a:defRPr>
            </a:lvl2pPr>
            <a:lvl3pPr algn="l">
              <a:defRPr sz="1050" b="0">
                <a:solidFill>
                  <a:srgbClr val="6E7166"/>
                </a:solidFill>
                <a:latin typeface="Arial"/>
                <a:ea typeface="Arial"/>
                <a:cs typeface="Arial"/>
              </a:defRPr>
            </a:lvl3pPr>
            <a:lvl4pPr algn="l">
              <a:defRPr sz="1050" b="0">
                <a:solidFill>
                  <a:srgbClr val="6E7166"/>
                </a:solidFill>
                <a:latin typeface="Arial"/>
                <a:ea typeface="Arial"/>
                <a:cs typeface="Arial"/>
              </a:defRPr>
            </a:lvl4pPr>
            <a:lvl5pPr algn="l">
              <a:defRPr sz="1050" b="0">
                <a:solidFill>
                  <a:srgbClr val="6E7166"/>
                </a:solidFill>
                <a:latin typeface="Arial"/>
                <a:ea typeface="Arial"/>
                <a:cs typeface="Arial"/>
              </a:defRPr>
            </a:lvl5pPr>
            <a:lvl6pPr algn="l">
              <a:defRPr sz="1050" b="0">
                <a:solidFill>
                  <a:srgbClr val="6E7166"/>
                </a:solidFill>
                <a:latin typeface="Arial"/>
                <a:ea typeface="Arial"/>
                <a:cs typeface="Arial"/>
              </a:defRPr>
            </a:lvl6pPr>
            <a:lvl7pPr algn="l">
              <a:defRPr sz="1050" b="0">
                <a:solidFill>
                  <a:srgbClr val="6E7166"/>
                </a:solidFill>
                <a:latin typeface="Arial"/>
                <a:ea typeface="Arial"/>
                <a:cs typeface="Arial"/>
              </a:defRPr>
            </a:lvl7pPr>
            <a:lvl8pPr algn="l">
              <a:defRPr sz="1050" b="0">
                <a:solidFill>
                  <a:srgbClr val="6E7166"/>
                </a:solidFill>
                <a:latin typeface="Arial"/>
                <a:ea typeface="Arial"/>
                <a:cs typeface="Arial"/>
              </a:defRPr>
            </a:lvl8pPr>
            <a:lvl9pPr algn="l">
              <a:defRPr sz="1050" b="0">
                <a:solidFill>
                  <a:srgbClr val="6E7166"/>
                </a:solidFill>
                <a:latin typeface="Arial"/>
                <a:ea typeface="Arial"/>
                <a:cs typeface="Arial"/>
              </a:defRPr>
            </a:lvl9pPr>
          </a:lstStyle>
          <a:p xmlns:a="http://schemas.openxmlformats.org/drawingml/2006/main">
            <a:pPr algn="l">
              <a:lnSpc>
                <a:spcPct val="105000"/>
              </a:lnSpc>
              <a:buNone/>
              <a:defRPr sz="1050" b="0">
                <a:solidFill>
                  <a:srgbClr val="6E7166"/>
                </a:solidFill>
                <a:latin typeface="Arial"/>
                <a:ea typeface="Arial"/>
                <a:cs typeface="Arial"/>
              </a:defRPr>
            </a:pPr>
            <a:r>
              <a:rPr sz="1050" b="0">
                <a:solidFill>
                  <a:srgbClr val="6E7166"/>
                </a:solidFill>
                <a:latin typeface="Arial"/>
                <a:ea typeface="Arial"/>
                <a:cs typeface="Arial"/>
              </a:rPr>
              <a:t>Horizon 2.0  ·  04</a:t>
            </a:r>
          </a:p>
        </p:txBody>
      </p:sp>
      <p:sp>
        <p:nvSpPr>
          <p:cNvPr id="4" name="eval-measured-label">
            <a:extLst xmlns:a="http://schemas.openxmlformats.org/drawingml/2006/main">
              <a:ext uri="{FF2B5EF4-FFF2-40B4-BE49-F238E27FC236}">
                <a16:creationId xmlns:a16="http://schemas.microsoft.com/office/drawing/2014/main" id="{621CA951-865E-4920-90A6-883B8C25AE14}"/>
              </a:ext>
            </a:extLst>
          </p:cNvPr>
          <p:cNvSpPr>
            <a:spLocks xmlns:a="http://schemas.openxmlformats.org/drawingml/2006/main" noGrp="1"/>
          </p:cNvSpPr>
          <p:nvPr/>
        </p:nvSpPr>
        <p:spPr>
          <a:xfrm xmlns:a="http://schemas.openxmlformats.org/drawingml/2006/main">
            <a:off x="609600" y="135255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A45232"/>
                </a:solidFill>
                <a:latin typeface="Arial"/>
                <a:ea typeface="Arial"/>
                <a:cs typeface="Arial"/>
              </a:defRPr>
            </a:defPPr>
            <a:lvl1pPr algn="l">
              <a:defRPr sz="1275" b="1">
                <a:solidFill>
                  <a:srgbClr val="A45232"/>
                </a:solidFill>
                <a:latin typeface="Arial"/>
                <a:ea typeface="Arial"/>
                <a:cs typeface="Arial"/>
              </a:defRPr>
            </a:lvl1pPr>
            <a:lvl2pPr algn="l">
              <a:defRPr sz="1275" b="1">
                <a:solidFill>
                  <a:srgbClr val="A45232"/>
                </a:solidFill>
                <a:latin typeface="Arial"/>
                <a:ea typeface="Arial"/>
                <a:cs typeface="Arial"/>
              </a:defRPr>
            </a:lvl2pPr>
            <a:lvl3pPr algn="l">
              <a:defRPr sz="1275" b="1">
                <a:solidFill>
                  <a:srgbClr val="A45232"/>
                </a:solidFill>
                <a:latin typeface="Arial"/>
                <a:ea typeface="Arial"/>
                <a:cs typeface="Arial"/>
              </a:defRPr>
            </a:lvl3pPr>
            <a:lvl4pPr algn="l">
              <a:defRPr sz="1275" b="1">
                <a:solidFill>
                  <a:srgbClr val="A45232"/>
                </a:solidFill>
                <a:latin typeface="Arial"/>
                <a:ea typeface="Arial"/>
                <a:cs typeface="Arial"/>
              </a:defRPr>
            </a:lvl4pPr>
            <a:lvl5pPr algn="l">
              <a:defRPr sz="1275" b="1">
                <a:solidFill>
                  <a:srgbClr val="A45232"/>
                </a:solidFill>
                <a:latin typeface="Arial"/>
                <a:ea typeface="Arial"/>
                <a:cs typeface="Arial"/>
              </a:defRPr>
            </a:lvl5pPr>
            <a:lvl6pPr algn="l">
              <a:defRPr sz="1275" b="1">
                <a:solidFill>
                  <a:srgbClr val="A45232"/>
                </a:solidFill>
                <a:latin typeface="Arial"/>
                <a:ea typeface="Arial"/>
                <a:cs typeface="Arial"/>
              </a:defRPr>
            </a:lvl6pPr>
            <a:lvl7pPr algn="l">
              <a:defRPr sz="1275" b="1">
                <a:solidFill>
                  <a:srgbClr val="A45232"/>
                </a:solidFill>
                <a:latin typeface="Arial"/>
                <a:ea typeface="Arial"/>
                <a:cs typeface="Arial"/>
              </a:defRPr>
            </a:lvl7pPr>
            <a:lvl8pPr algn="l">
              <a:defRPr sz="1275" b="1">
                <a:solidFill>
                  <a:srgbClr val="A45232"/>
                </a:solidFill>
                <a:latin typeface="Arial"/>
                <a:ea typeface="Arial"/>
                <a:cs typeface="Arial"/>
              </a:defRPr>
            </a:lvl8pPr>
            <a:lvl9pPr algn="l">
              <a:defRPr sz="1275" b="1">
                <a:solidFill>
                  <a:srgbClr val="A45232"/>
                </a:solidFill>
                <a:latin typeface="Arial"/>
                <a:ea typeface="Arial"/>
                <a:cs typeface="Arial"/>
              </a:defRPr>
            </a:lvl9pPr>
          </a:lstStyle>
          <a:p xmlns:a="http://schemas.openxmlformats.org/drawingml/2006/main">
            <a:pPr algn="l">
              <a:lnSpc>
                <a:spcPct val="105000"/>
              </a:lnSpc>
              <a:buNone/>
              <a:defRPr sz="1275" b="1">
                <a:solidFill>
                  <a:srgbClr val="A45232"/>
                </a:solidFill>
                <a:latin typeface="Arial"/>
                <a:ea typeface="Arial"/>
                <a:cs typeface="Arial"/>
              </a:defRPr>
            </a:pPr>
            <a:r>
              <a:rPr sz="1275" b="1">
                <a:solidFill>
                  <a:srgbClr val="A45232"/>
                </a:solidFill>
                <a:latin typeface="Arial"/>
                <a:ea typeface="Arial"/>
                <a:cs typeface="Arial"/>
              </a:rPr>
              <a:t>MEASURED</a:t>
            </a:r>
          </a:p>
        </p:txBody>
      </p:sp>
      <p:sp>
        <p:nvSpPr>
          <p:cNvPr id="5" name="eval-open-label">
            <a:extLst xmlns:a="http://schemas.openxmlformats.org/drawingml/2006/main">
              <a:ext uri="{FF2B5EF4-FFF2-40B4-BE49-F238E27FC236}">
                <a16:creationId xmlns:a16="http://schemas.microsoft.com/office/drawing/2014/main" id="{BF119843-E89A-4EC7-8BBE-5C053326AA06}"/>
              </a:ext>
            </a:extLst>
          </p:cNvPr>
          <p:cNvSpPr>
            <a:spLocks xmlns:a="http://schemas.openxmlformats.org/drawingml/2006/main" noGrp="1"/>
          </p:cNvSpPr>
          <p:nvPr/>
        </p:nvSpPr>
        <p:spPr>
          <a:xfrm xmlns:a="http://schemas.openxmlformats.org/drawingml/2006/main">
            <a:off x="6457950" y="1352550"/>
            <a:ext cx="514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6E7166"/>
                </a:solidFill>
                <a:latin typeface="Arial"/>
                <a:ea typeface="Arial"/>
                <a:cs typeface="Arial"/>
              </a:defRPr>
            </a:defPPr>
            <a:lvl1pPr algn="l">
              <a:defRPr sz="1275" b="1">
                <a:solidFill>
                  <a:srgbClr val="6E7166"/>
                </a:solidFill>
                <a:latin typeface="Arial"/>
                <a:ea typeface="Arial"/>
                <a:cs typeface="Arial"/>
              </a:defRPr>
            </a:lvl1pPr>
            <a:lvl2pPr algn="l">
              <a:defRPr sz="1275" b="1">
                <a:solidFill>
                  <a:srgbClr val="6E7166"/>
                </a:solidFill>
                <a:latin typeface="Arial"/>
                <a:ea typeface="Arial"/>
                <a:cs typeface="Arial"/>
              </a:defRPr>
            </a:lvl2pPr>
            <a:lvl3pPr algn="l">
              <a:defRPr sz="1275" b="1">
                <a:solidFill>
                  <a:srgbClr val="6E7166"/>
                </a:solidFill>
                <a:latin typeface="Arial"/>
                <a:ea typeface="Arial"/>
                <a:cs typeface="Arial"/>
              </a:defRPr>
            </a:lvl3pPr>
            <a:lvl4pPr algn="l">
              <a:defRPr sz="1275" b="1">
                <a:solidFill>
                  <a:srgbClr val="6E7166"/>
                </a:solidFill>
                <a:latin typeface="Arial"/>
                <a:ea typeface="Arial"/>
                <a:cs typeface="Arial"/>
              </a:defRPr>
            </a:lvl4pPr>
            <a:lvl5pPr algn="l">
              <a:defRPr sz="1275" b="1">
                <a:solidFill>
                  <a:srgbClr val="6E7166"/>
                </a:solidFill>
                <a:latin typeface="Arial"/>
                <a:ea typeface="Arial"/>
                <a:cs typeface="Arial"/>
              </a:defRPr>
            </a:lvl5pPr>
            <a:lvl6pPr algn="l">
              <a:defRPr sz="1275" b="1">
                <a:solidFill>
                  <a:srgbClr val="6E7166"/>
                </a:solidFill>
                <a:latin typeface="Arial"/>
                <a:ea typeface="Arial"/>
                <a:cs typeface="Arial"/>
              </a:defRPr>
            </a:lvl6pPr>
            <a:lvl7pPr algn="l">
              <a:defRPr sz="1275" b="1">
                <a:solidFill>
                  <a:srgbClr val="6E7166"/>
                </a:solidFill>
                <a:latin typeface="Arial"/>
                <a:ea typeface="Arial"/>
                <a:cs typeface="Arial"/>
              </a:defRPr>
            </a:lvl7pPr>
            <a:lvl8pPr algn="l">
              <a:defRPr sz="1275" b="1">
                <a:solidFill>
                  <a:srgbClr val="6E7166"/>
                </a:solidFill>
                <a:latin typeface="Arial"/>
                <a:ea typeface="Arial"/>
                <a:cs typeface="Arial"/>
              </a:defRPr>
            </a:lvl8pPr>
            <a:lvl9pPr algn="l">
              <a:defRPr sz="1275" b="1">
                <a:solidFill>
                  <a:srgbClr val="6E7166"/>
                </a:solidFill>
                <a:latin typeface="Arial"/>
                <a:ea typeface="Arial"/>
                <a:cs typeface="Arial"/>
              </a:defRPr>
            </a:lvl9pPr>
          </a:lstStyle>
          <a:p xmlns:a="http://schemas.openxmlformats.org/drawingml/2006/main">
            <a:pPr algn="l">
              <a:lnSpc>
                <a:spcPct val="105000"/>
              </a:lnSpc>
              <a:buNone/>
              <a:defRPr sz="1275" b="1">
                <a:solidFill>
                  <a:srgbClr val="6E7166"/>
                </a:solidFill>
                <a:latin typeface="Arial"/>
                <a:ea typeface="Arial"/>
                <a:cs typeface="Arial"/>
              </a:defRPr>
            </a:pPr>
            <a:r>
              <a:rPr sz="1275" b="1">
                <a:solidFill>
                  <a:srgbClr val="6E7166"/>
                </a:solidFill>
                <a:latin typeface="Arial"/>
                <a:ea typeface="Arial"/>
                <a:cs typeface="Arial"/>
              </a:rPr>
              <a:t>NOT YET MEASURED</a:t>
            </a:r>
          </a:p>
        </p:txBody>
      </p:sp>
      <p:sp>
        <p:nvSpPr>
          <p:cNvPr id="6" name="eval-split">
            <a:extLst xmlns:a="http://schemas.openxmlformats.org/drawingml/2006/main">
              <a:ext uri="{FF2B5EF4-FFF2-40B4-BE49-F238E27FC236}">
                <a16:creationId xmlns:a16="http://schemas.microsoft.com/office/drawing/2014/main" id="{E1E6AA4A-ECD2-445A-9E53-122F1C7EF94A}"/>
              </a:ext>
            </a:extLst>
          </p:cNvPr>
          <p:cNvSpPr>
            <a:spLocks xmlns:a="http://schemas.openxmlformats.org/drawingml/2006/main" noGrp="1"/>
          </p:cNvSpPr>
          <p:nvPr/>
        </p:nvSpPr>
        <p:spPr>
          <a:xfrm xmlns:a="http://schemas.openxmlformats.org/drawingml/2006/main">
            <a:off x="6019800" y="1381125"/>
            <a:ext cx="0" cy="0"/>
          </a:xfrm>
          <a:prstGeom xmlns:a="http://schemas.openxmlformats.org/drawingml/2006/main" prst="line">
            <a:avLst/>
          </a:prstGeom>
          <a:noFill xmlns:a="http://schemas.openxmlformats.org/drawingml/2006/main"/>
          <a:ln xmlns:a="http://schemas.openxmlformats.org/drawingml/2006/main" w="9525">
            <a:solidFill>
              <a:srgbClr val="D5D5C6"/>
            </a:solidFill>
            <a:prstDash val="solid"/>
          </a:ln>
        </p:spPr>
      </p:sp>
      <p:sp>
        <p:nvSpPr>
          <p:cNvPr id="7" name="metric-tests">
            <a:extLst xmlns:a="http://schemas.openxmlformats.org/drawingml/2006/main">
              <a:ext uri="{FF2B5EF4-FFF2-40B4-BE49-F238E27FC236}">
                <a16:creationId xmlns:a16="http://schemas.microsoft.com/office/drawing/2014/main" id="{665C0142-91ED-4D49-8816-4A351E133CB8}"/>
              </a:ext>
            </a:extLst>
          </p:cNvPr>
          <p:cNvSpPr>
            <a:spLocks xmlns:a="http://schemas.openxmlformats.org/drawingml/2006/main" noGrp="1"/>
          </p:cNvSpPr>
          <p:nvPr/>
        </p:nvSpPr>
        <p:spPr>
          <a:xfrm xmlns:a="http://schemas.openxmlformats.org/drawingml/2006/main">
            <a:off x="609600" y="1838325"/>
            <a:ext cx="4095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00" b="1">
                <a:solidFill>
                  <a:srgbClr val="253B30"/>
                </a:solidFill>
                <a:latin typeface="Arial"/>
                <a:ea typeface="Arial"/>
                <a:cs typeface="Arial"/>
              </a:defRPr>
            </a:defPPr>
            <a:lvl1pPr algn="l">
              <a:defRPr sz="3600" b="1">
                <a:solidFill>
                  <a:srgbClr val="253B30"/>
                </a:solidFill>
                <a:latin typeface="Arial"/>
                <a:ea typeface="Arial"/>
                <a:cs typeface="Arial"/>
              </a:defRPr>
            </a:lvl1pPr>
            <a:lvl2pPr algn="l">
              <a:defRPr sz="3600" b="1">
                <a:solidFill>
                  <a:srgbClr val="253B30"/>
                </a:solidFill>
                <a:latin typeface="Arial"/>
                <a:ea typeface="Arial"/>
                <a:cs typeface="Arial"/>
              </a:defRPr>
            </a:lvl2pPr>
            <a:lvl3pPr algn="l">
              <a:defRPr sz="3600" b="1">
                <a:solidFill>
                  <a:srgbClr val="253B30"/>
                </a:solidFill>
                <a:latin typeface="Arial"/>
                <a:ea typeface="Arial"/>
                <a:cs typeface="Arial"/>
              </a:defRPr>
            </a:lvl3pPr>
            <a:lvl4pPr algn="l">
              <a:defRPr sz="3600" b="1">
                <a:solidFill>
                  <a:srgbClr val="253B30"/>
                </a:solidFill>
                <a:latin typeface="Arial"/>
                <a:ea typeface="Arial"/>
                <a:cs typeface="Arial"/>
              </a:defRPr>
            </a:lvl4pPr>
            <a:lvl5pPr algn="l">
              <a:defRPr sz="3600" b="1">
                <a:solidFill>
                  <a:srgbClr val="253B30"/>
                </a:solidFill>
                <a:latin typeface="Arial"/>
                <a:ea typeface="Arial"/>
                <a:cs typeface="Arial"/>
              </a:defRPr>
            </a:lvl5pPr>
            <a:lvl6pPr algn="l">
              <a:defRPr sz="3600" b="1">
                <a:solidFill>
                  <a:srgbClr val="253B30"/>
                </a:solidFill>
                <a:latin typeface="Arial"/>
                <a:ea typeface="Arial"/>
                <a:cs typeface="Arial"/>
              </a:defRPr>
            </a:lvl6pPr>
            <a:lvl7pPr algn="l">
              <a:defRPr sz="3600" b="1">
                <a:solidFill>
                  <a:srgbClr val="253B30"/>
                </a:solidFill>
                <a:latin typeface="Arial"/>
                <a:ea typeface="Arial"/>
                <a:cs typeface="Arial"/>
              </a:defRPr>
            </a:lvl7pPr>
            <a:lvl8pPr algn="l">
              <a:defRPr sz="3600" b="1">
                <a:solidFill>
                  <a:srgbClr val="253B30"/>
                </a:solidFill>
                <a:latin typeface="Arial"/>
                <a:ea typeface="Arial"/>
                <a:cs typeface="Arial"/>
              </a:defRPr>
            </a:lvl8pPr>
            <a:lvl9pPr algn="l">
              <a:defRPr sz="3600" b="1">
                <a:solidFill>
                  <a:srgbClr val="253B30"/>
                </a:solidFill>
                <a:latin typeface="Arial"/>
                <a:ea typeface="Arial"/>
                <a:cs typeface="Arial"/>
              </a:defRPr>
            </a:lvl9pPr>
          </a:lstStyle>
          <a:p xmlns:a="http://schemas.openxmlformats.org/drawingml/2006/main">
            <a:pPr algn="l">
              <a:lnSpc>
                <a:spcPct val="105000"/>
              </a:lnSpc>
              <a:buNone/>
              <a:defRPr sz="3600" b="1">
                <a:solidFill>
                  <a:srgbClr val="253B30"/>
                </a:solidFill>
                <a:latin typeface="Arial"/>
                <a:ea typeface="Arial"/>
                <a:cs typeface="Arial"/>
              </a:defRPr>
            </a:pPr>
            <a:r>
              <a:rPr sz="3600" b="1">
                <a:solidFill>
                  <a:srgbClr val="253B30"/>
                </a:solidFill>
                <a:latin typeface="Arial"/>
                <a:ea typeface="Arial"/>
                <a:cs typeface="Arial"/>
              </a:rPr>
              <a:t>112 / 119</a:t>
            </a:r>
          </a:p>
        </p:txBody>
      </p:sp>
      <p:sp>
        <p:nvSpPr>
          <p:cNvPr id="8" name="metric-tests-detail">
            <a:extLst xmlns:a="http://schemas.openxmlformats.org/drawingml/2006/main">
              <a:ext uri="{FF2B5EF4-FFF2-40B4-BE49-F238E27FC236}">
                <a16:creationId xmlns:a16="http://schemas.microsoft.com/office/drawing/2014/main" id="{F1C74B82-6D86-49AA-B084-8E5A7DC44394}"/>
              </a:ext>
            </a:extLst>
          </p:cNvPr>
          <p:cNvSpPr>
            <a:spLocks xmlns:a="http://schemas.openxmlformats.org/drawingml/2006/main" noGrp="1"/>
          </p:cNvSpPr>
          <p:nvPr/>
        </p:nvSpPr>
        <p:spPr>
          <a:xfrm xmlns:a="http://schemas.openxmlformats.org/drawingml/2006/main">
            <a:off x="609600" y="2495550"/>
            <a:ext cx="46672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343931"/>
                </a:solidFill>
                <a:latin typeface="Arial"/>
                <a:ea typeface="Arial"/>
                <a:cs typeface="Arial"/>
              </a:defRPr>
            </a:defPPr>
            <a:lvl1pPr algn="l">
              <a:defRPr sz="1425" b="0">
                <a:solidFill>
                  <a:srgbClr val="343931"/>
                </a:solidFill>
                <a:latin typeface="Arial"/>
                <a:ea typeface="Arial"/>
                <a:cs typeface="Arial"/>
              </a:defRPr>
            </a:lvl1pPr>
            <a:lvl2pPr algn="l">
              <a:defRPr sz="1425" b="0">
                <a:solidFill>
                  <a:srgbClr val="343931"/>
                </a:solidFill>
                <a:latin typeface="Arial"/>
                <a:ea typeface="Arial"/>
                <a:cs typeface="Arial"/>
              </a:defRPr>
            </a:lvl2pPr>
            <a:lvl3pPr algn="l">
              <a:defRPr sz="1425" b="0">
                <a:solidFill>
                  <a:srgbClr val="343931"/>
                </a:solidFill>
                <a:latin typeface="Arial"/>
                <a:ea typeface="Arial"/>
                <a:cs typeface="Arial"/>
              </a:defRPr>
            </a:lvl3pPr>
            <a:lvl4pPr algn="l">
              <a:defRPr sz="1425" b="0">
                <a:solidFill>
                  <a:srgbClr val="343931"/>
                </a:solidFill>
                <a:latin typeface="Arial"/>
                <a:ea typeface="Arial"/>
                <a:cs typeface="Arial"/>
              </a:defRPr>
            </a:lvl4pPr>
            <a:lvl5pPr algn="l">
              <a:defRPr sz="1425" b="0">
                <a:solidFill>
                  <a:srgbClr val="343931"/>
                </a:solidFill>
                <a:latin typeface="Arial"/>
                <a:ea typeface="Arial"/>
                <a:cs typeface="Arial"/>
              </a:defRPr>
            </a:lvl5pPr>
            <a:lvl6pPr algn="l">
              <a:defRPr sz="1425" b="0">
                <a:solidFill>
                  <a:srgbClr val="343931"/>
                </a:solidFill>
                <a:latin typeface="Arial"/>
                <a:ea typeface="Arial"/>
                <a:cs typeface="Arial"/>
              </a:defRPr>
            </a:lvl6pPr>
            <a:lvl7pPr algn="l">
              <a:defRPr sz="1425" b="0">
                <a:solidFill>
                  <a:srgbClr val="343931"/>
                </a:solidFill>
                <a:latin typeface="Arial"/>
                <a:ea typeface="Arial"/>
                <a:cs typeface="Arial"/>
              </a:defRPr>
            </a:lvl7pPr>
            <a:lvl8pPr algn="l">
              <a:defRPr sz="1425" b="0">
                <a:solidFill>
                  <a:srgbClr val="343931"/>
                </a:solidFill>
                <a:latin typeface="Arial"/>
                <a:ea typeface="Arial"/>
                <a:cs typeface="Arial"/>
              </a:defRPr>
            </a:lvl8pPr>
            <a:lvl9pPr algn="l">
              <a:defRPr sz="1425" b="0">
                <a:solidFill>
                  <a:srgbClr val="343931"/>
                </a:solidFill>
                <a:latin typeface="Arial"/>
                <a:ea typeface="Arial"/>
                <a:cs typeface="Arial"/>
              </a:defRPr>
            </a:lvl9pPr>
          </a:lstStyle>
          <a:p xmlns:a="http://schemas.openxmlformats.org/drawingml/2006/main">
            <a:pPr algn="l">
              <a:lnSpc>
                <a:spcPct val="105000"/>
              </a:lnSpc>
              <a:buNone/>
              <a:defRPr sz="1425" b="0">
                <a:solidFill>
                  <a:srgbClr val="343931"/>
                </a:solidFill>
                <a:latin typeface="Arial"/>
                <a:ea typeface="Arial"/>
                <a:cs typeface="Arial"/>
              </a:defRPr>
            </a:pPr>
            <a:r>
              <a:rPr sz="1425" b="0">
                <a:solidFill>
                  <a:srgbClr val="343931"/>
                </a:solidFill>
                <a:latin typeface="Arial"/>
                <a:ea typeface="Arial"/>
                <a:cs typeface="Arial"/>
              </a:rPr>
              <a:t>application tests pass; 7 live-workflow tests remain skipped without a separate learner login.</a:t>
            </a:r>
          </a:p>
        </p:txBody>
      </p:sp>
      <p:sp>
        <p:nvSpPr>
          <p:cNvPr id="9" name="metric-worker">
            <a:extLst xmlns:a="http://schemas.openxmlformats.org/drawingml/2006/main">
              <a:ext uri="{FF2B5EF4-FFF2-40B4-BE49-F238E27FC236}">
                <a16:creationId xmlns:a16="http://schemas.microsoft.com/office/drawing/2014/main" id="{A9C384F0-9EC7-4273-8380-530524D9DF92}"/>
              </a:ext>
            </a:extLst>
          </p:cNvPr>
          <p:cNvSpPr>
            <a:spLocks xmlns:a="http://schemas.openxmlformats.org/drawingml/2006/main" noGrp="1"/>
          </p:cNvSpPr>
          <p:nvPr/>
        </p:nvSpPr>
        <p:spPr>
          <a:xfrm xmlns:a="http://schemas.openxmlformats.org/drawingml/2006/main">
            <a:off x="609600" y="3476625"/>
            <a:ext cx="219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253B30"/>
                </a:solidFill>
                <a:latin typeface="Arial"/>
                <a:ea typeface="Arial"/>
                <a:cs typeface="Arial"/>
              </a:defRPr>
            </a:defPPr>
            <a:lvl1pPr algn="l">
              <a:defRPr sz="3150" b="1">
                <a:solidFill>
                  <a:srgbClr val="253B30"/>
                </a:solidFill>
                <a:latin typeface="Arial"/>
                <a:ea typeface="Arial"/>
                <a:cs typeface="Arial"/>
              </a:defRPr>
            </a:lvl1pPr>
            <a:lvl2pPr algn="l">
              <a:defRPr sz="3150" b="1">
                <a:solidFill>
                  <a:srgbClr val="253B30"/>
                </a:solidFill>
                <a:latin typeface="Arial"/>
                <a:ea typeface="Arial"/>
                <a:cs typeface="Arial"/>
              </a:defRPr>
            </a:lvl2pPr>
            <a:lvl3pPr algn="l">
              <a:defRPr sz="3150" b="1">
                <a:solidFill>
                  <a:srgbClr val="253B30"/>
                </a:solidFill>
                <a:latin typeface="Arial"/>
                <a:ea typeface="Arial"/>
                <a:cs typeface="Arial"/>
              </a:defRPr>
            </a:lvl3pPr>
            <a:lvl4pPr algn="l">
              <a:defRPr sz="3150" b="1">
                <a:solidFill>
                  <a:srgbClr val="253B30"/>
                </a:solidFill>
                <a:latin typeface="Arial"/>
                <a:ea typeface="Arial"/>
                <a:cs typeface="Arial"/>
              </a:defRPr>
            </a:lvl4pPr>
            <a:lvl5pPr algn="l">
              <a:defRPr sz="3150" b="1">
                <a:solidFill>
                  <a:srgbClr val="253B30"/>
                </a:solidFill>
                <a:latin typeface="Arial"/>
                <a:ea typeface="Arial"/>
                <a:cs typeface="Arial"/>
              </a:defRPr>
            </a:lvl5pPr>
            <a:lvl6pPr algn="l">
              <a:defRPr sz="3150" b="1">
                <a:solidFill>
                  <a:srgbClr val="253B30"/>
                </a:solidFill>
                <a:latin typeface="Arial"/>
                <a:ea typeface="Arial"/>
                <a:cs typeface="Arial"/>
              </a:defRPr>
            </a:lvl6pPr>
            <a:lvl7pPr algn="l">
              <a:defRPr sz="3150" b="1">
                <a:solidFill>
                  <a:srgbClr val="253B30"/>
                </a:solidFill>
                <a:latin typeface="Arial"/>
                <a:ea typeface="Arial"/>
                <a:cs typeface="Arial"/>
              </a:defRPr>
            </a:lvl7pPr>
            <a:lvl8pPr algn="l">
              <a:defRPr sz="3150" b="1">
                <a:solidFill>
                  <a:srgbClr val="253B30"/>
                </a:solidFill>
                <a:latin typeface="Arial"/>
                <a:ea typeface="Arial"/>
                <a:cs typeface="Arial"/>
              </a:defRPr>
            </a:lvl8pPr>
            <a:lvl9pPr algn="l">
              <a:defRPr sz="3150" b="1">
                <a:solidFill>
                  <a:srgbClr val="253B30"/>
                </a:solidFill>
                <a:latin typeface="Arial"/>
                <a:ea typeface="Arial"/>
                <a:cs typeface="Arial"/>
              </a:defRPr>
            </a:lvl9pPr>
          </a:lstStyle>
          <a:p xmlns:a="http://schemas.openxmlformats.org/drawingml/2006/main">
            <a:pPr algn="l">
              <a:lnSpc>
                <a:spcPct val="105000"/>
              </a:lnSpc>
              <a:buNone/>
              <a:defRPr sz="3150" b="1">
                <a:solidFill>
                  <a:srgbClr val="253B30"/>
                </a:solidFill>
                <a:latin typeface="Arial"/>
                <a:ea typeface="Arial"/>
                <a:cs typeface="Arial"/>
              </a:defRPr>
            </a:pPr>
            <a:r>
              <a:rPr sz="3150" b="1">
                <a:solidFill>
                  <a:srgbClr val="253B30"/>
                </a:solidFill>
                <a:latin typeface="Arial"/>
                <a:ea typeface="Arial"/>
                <a:cs typeface="Arial"/>
              </a:rPr>
              <a:t>4 / 4</a:t>
            </a:r>
          </a:p>
        </p:txBody>
      </p:sp>
      <p:sp>
        <p:nvSpPr>
          <p:cNvPr id="10" name="metric-worker-detail">
            <a:extLst xmlns:a="http://schemas.openxmlformats.org/drawingml/2006/main">
              <a:ext uri="{FF2B5EF4-FFF2-40B4-BE49-F238E27FC236}">
                <a16:creationId xmlns:a16="http://schemas.microsoft.com/office/drawing/2014/main" id="{B8AD8FAE-A5A9-48A7-90EB-82F383273132}"/>
              </a:ext>
            </a:extLst>
          </p:cNvPr>
          <p:cNvSpPr>
            <a:spLocks xmlns:a="http://schemas.openxmlformats.org/drawingml/2006/main" noGrp="1"/>
          </p:cNvSpPr>
          <p:nvPr/>
        </p:nvSpPr>
        <p:spPr>
          <a:xfrm xmlns:a="http://schemas.openxmlformats.org/drawingml/2006/main">
            <a:off x="609600" y="4048125"/>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343931"/>
                </a:solidFill>
                <a:latin typeface="Arial"/>
                <a:ea typeface="Arial"/>
                <a:cs typeface="Arial"/>
              </a:defRPr>
            </a:defPPr>
            <a:lvl1pPr algn="l">
              <a:defRPr sz="1425" b="0">
                <a:solidFill>
                  <a:srgbClr val="343931"/>
                </a:solidFill>
                <a:latin typeface="Arial"/>
                <a:ea typeface="Arial"/>
                <a:cs typeface="Arial"/>
              </a:defRPr>
            </a:lvl1pPr>
            <a:lvl2pPr algn="l">
              <a:defRPr sz="1425" b="0">
                <a:solidFill>
                  <a:srgbClr val="343931"/>
                </a:solidFill>
                <a:latin typeface="Arial"/>
                <a:ea typeface="Arial"/>
                <a:cs typeface="Arial"/>
              </a:defRPr>
            </a:lvl2pPr>
            <a:lvl3pPr algn="l">
              <a:defRPr sz="1425" b="0">
                <a:solidFill>
                  <a:srgbClr val="343931"/>
                </a:solidFill>
                <a:latin typeface="Arial"/>
                <a:ea typeface="Arial"/>
                <a:cs typeface="Arial"/>
              </a:defRPr>
            </a:lvl3pPr>
            <a:lvl4pPr algn="l">
              <a:defRPr sz="1425" b="0">
                <a:solidFill>
                  <a:srgbClr val="343931"/>
                </a:solidFill>
                <a:latin typeface="Arial"/>
                <a:ea typeface="Arial"/>
                <a:cs typeface="Arial"/>
              </a:defRPr>
            </a:lvl4pPr>
            <a:lvl5pPr algn="l">
              <a:defRPr sz="1425" b="0">
                <a:solidFill>
                  <a:srgbClr val="343931"/>
                </a:solidFill>
                <a:latin typeface="Arial"/>
                <a:ea typeface="Arial"/>
                <a:cs typeface="Arial"/>
              </a:defRPr>
            </a:lvl5pPr>
            <a:lvl6pPr algn="l">
              <a:defRPr sz="1425" b="0">
                <a:solidFill>
                  <a:srgbClr val="343931"/>
                </a:solidFill>
                <a:latin typeface="Arial"/>
                <a:ea typeface="Arial"/>
                <a:cs typeface="Arial"/>
              </a:defRPr>
            </a:lvl6pPr>
            <a:lvl7pPr algn="l">
              <a:defRPr sz="1425" b="0">
                <a:solidFill>
                  <a:srgbClr val="343931"/>
                </a:solidFill>
                <a:latin typeface="Arial"/>
                <a:ea typeface="Arial"/>
                <a:cs typeface="Arial"/>
              </a:defRPr>
            </a:lvl7pPr>
            <a:lvl8pPr algn="l">
              <a:defRPr sz="1425" b="0">
                <a:solidFill>
                  <a:srgbClr val="343931"/>
                </a:solidFill>
                <a:latin typeface="Arial"/>
                <a:ea typeface="Arial"/>
                <a:cs typeface="Arial"/>
              </a:defRPr>
            </a:lvl8pPr>
            <a:lvl9pPr algn="l">
              <a:defRPr sz="1425" b="0">
                <a:solidFill>
                  <a:srgbClr val="343931"/>
                </a:solidFill>
                <a:latin typeface="Arial"/>
                <a:ea typeface="Arial"/>
                <a:cs typeface="Arial"/>
              </a:defRPr>
            </a:lvl9pPr>
          </a:lstStyle>
          <a:p xmlns:a="http://schemas.openxmlformats.org/drawingml/2006/main">
            <a:pPr algn="l">
              <a:lnSpc>
                <a:spcPct val="105000"/>
              </a:lnSpc>
              <a:buNone/>
              <a:defRPr sz="1425" b="0">
                <a:solidFill>
                  <a:srgbClr val="343931"/>
                </a:solidFill>
                <a:latin typeface="Arial"/>
                <a:ea typeface="Arial"/>
                <a:cs typeface="Arial"/>
              </a:defRPr>
            </a:pPr>
            <a:r>
              <a:rPr sz="1425" b="0">
                <a:solidFill>
                  <a:srgbClr val="343931"/>
                </a:solidFill>
                <a:latin typeface="Arial"/>
                <a:ea typeface="Arial"/>
                <a:cs typeface="Arial"/>
              </a:rPr>
              <a:t>local Whisper worker unit tests pass.</a:t>
            </a:r>
          </a:p>
        </p:txBody>
      </p:sp>
      <p:sp>
        <p:nvSpPr>
          <p:cNvPr id="11" name="metric-live">
            <a:extLst xmlns:a="http://schemas.openxmlformats.org/drawingml/2006/main">
              <a:ext uri="{FF2B5EF4-FFF2-40B4-BE49-F238E27FC236}">
                <a16:creationId xmlns:a16="http://schemas.microsoft.com/office/drawing/2014/main" id="{EBA7259D-502E-4649-8CC5-C8013011072B}"/>
              </a:ext>
            </a:extLst>
          </p:cNvPr>
          <p:cNvSpPr>
            <a:spLocks xmlns:a="http://schemas.openxmlformats.org/drawingml/2006/main" noGrp="1"/>
          </p:cNvSpPr>
          <p:nvPr/>
        </p:nvSpPr>
        <p:spPr>
          <a:xfrm xmlns:a="http://schemas.openxmlformats.org/drawingml/2006/main">
            <a:off x="609600" y="476250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a:solidFill>
                  <a:srgbClr val="253B30"/>
                </a:solidFill>
                <a:latin typeface="Arial"/>
                <a:ea typeface="Arial"/>
                <a:cs typeface="Arial"/>
              </a:defRPr>
            </a:defPPr>
            <a:lvl1pPr algn="l">
              <a:defRPr sz="2850" b="1">
                <a:solidFill>
                  <a:srgbClr val="253B30"/>
                </a:solidFill>
                <a:latin typeface="Arial"/>
                <a:ea typeface="Arial"/>
                <a:cs typeface="Arial"/>
              </a:defRPr>
            </a:lvl1pPr>
            <a:lvl2pPr algn="l">
              <a:defRPr sz="2850" b="1">
                <a:solidFill>
                  <a:srgbClr val="253B30"/>
                </a:solidFill>
                <a:latin typeface="Arial"/>
                <a:ea typeface="Arial"/>
                <a:cs typeface="Arial"/>
              </a:defRPr>
            </a:lvl2pPr>
            <a:lvl3pPr algn="l">
              <a:defRPr sz="2850" b="1">
                <a:solidFill>
                  <a:srgbClr val="253B30"/>
                </a:solidFill>
                <a:latin typeface="Arial"/>
                <a:ea typeface="Arial"/>
                <a:cs typeface="Arial"/>
              </a:defRPr>
            </a:lvl3pPr>
            <a:lvl4pPr algn="l">
              <a:defRPr sz="2850" b="1">
                <a:solidFill>
                  <a:srgbClr val="253B30"/>
                </a:solidFill>
                <a:latin typeface="Arial"/>
                <a:ea typeface="Arial"/>
                <a:cs typeface="Arial"/>
              </a:defRPr>
            </a:lvl4pPr>
            <a:lvl5pPr algn="l">
              <a:defRPr sz="2850" b="1">
                <a:solidFill>
                  <a:srgbClr val="253B30"/>
                </a:solidFill>
                <a:latin typeface="Arial"/>
                <a:ea typeface="Arial"/>
                <a:cs typeface="Arial"/>
              </a:defRPr>
            </a:lvl5pPr>
            <a:lvl6pPr algn="l">
              <a:defRPr sz="2850" b="1">
                <a:solidFill>
                  <a:srgbClr val="253B30"/>
                </a:solidFill>
                <a:latin typeface="Arial"/>
                <a:ea typeface="Arial"/>
                <a:cs typeface="Arial"/>
              </a:defRPr>
            </a:lvl6pPr>
            <a:lvl7pPr algn="l">
              <a:defRPr sz="2850" b="1">
                <a:solidFill>
                  <a:srgbClr val="253B30"/>
                </a:solidFill>
                <a:latin typeface="Arial"/>
                <a:ea typeface="Arial"/>
                <a:cs typeface="Arial"/>
              </a:defRPr>
            </a:lvl7pPr>
            <a:lvl8pPr algn="l">
              <a:defRPr sz="2850" b="1">
                <a:solidFill>
                  <a:srgbClr val="253B30"/>
                </a:solidFill>
                <a:latin typeface="Arial"/>
                <a:ea typeface="Arial"/>
                <a:cs typeface="Arial"/>
              </a:defRPr>
            </a:lvl8pPr>
            <a:lvl9pPr algn="l">
              <a:defRPr sz="2850" b="1">
                <a:solidFill>
                  <a:srgbClr val="253B30"/>
                </a:solidFill>
                <a:latin typeface="Arial"/>
                <a:ea typeface="Arial"/>
                <a:cs typeface="Arial"/>
              </a:defRPr>
            </a:lvl9pPr>
          </a:lstStyle>
          <a:p xmlns:a="http://schemas.openxmlformats.org/drawingml/2006/main">
            <a:pPr algn="l">
              <a:lnSpc>
                <a:spcPct val="105000"/>
              </a:lnSpc>
              <a:buNone/>
              <a:defRPr sz="2850" b="1">
                <a:solidFill>
                  <a:srgbClr val="253B30"/>
                </a:solidFill>
                <a:latin typeface="Arial"/>
                <a:ea typeface="Arial"/>
                <a:cs typeface="Arial"/>
              </a:defRPr>
            </a:pPr>
            <a:r>
              <a:rPr sz="2850" b="1">
                <a:solidFill>
                  <a:srgbClr val="253B30"/>
                </a:solidFill>
                <a:latin typeface="Arial"/>
                <a:ea typeface="Arial"/>
                <a:cs typeface="Arial"/>
              </a:rPr>
              <a:t>200 OK</a:t>
            </a:r>
          </a:p>
        </p:txBody>
      </p:sp>
      <p:sp>
        <p:nvSpPr>
          <p:cNvPr id="12" name="metric-live-detail">
            <a:extLst xmlns:a="http://schemas.openxmlformats.org/drawingml/2006/main">
              <a:ext uri="{FF2B5EF4-FFF2-40B4-BE49-F238E27FC236}">
                <a16:creationId xmlns:a16="http://schemas.microsoft.com/office/drawing/2014/main" id="{E0DAE26F-D967-465F-8E44-11C898A99F40}"/>
              </a:ext>
            </a:extLst>
          </p:cNvPr>
          <p:cNvSpPr>
            <a:spLocks xmlns:a="http://schemas.openxmlformats.org/drawingml/2006/main" noGrp="1"/>
          </p:cNvSpPr>
          <p:nvPr/>
        </p:nvSpPr>
        <p:spPr>
          <a:xfrm xmlns:a="http://schemas.openxmlformats.org/drawingml/2006/main">
            <a:off x="609600" y="5295900"/>
            <a:ext cx="4762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343931"/>
                </a:solidFill>
                <a:latin typeface="Arial"/>
                <a:ea typeface="Arial"/>
                <a:cs typeface="Arial"/>
              </a:defRPr>
            </a:defPPr>
            <a:lvl1pPr algn="l">
              <a:defRPr sz="1275" b="0">
                <a:solidFill>
                  <a:srgbClr val="343931"/>
                </a:solidFill>
                <a:latin typeface="Arial"/>
                <a:ea typeface="Arial"/>
                <a:cs typeface="Arial"/>
              </a:defRPr>
            </a:lvl1pPr>
            <a:lvl2pPr algn="l">
              <a:defRPr sz="1275" b="0">
                <a:solidFill>
                  <a:srgbClr val="343931"/>
                </a:solidFill>
                <a:latin typeface="Arial"/>
                <a:ea typeface="Arial"/>
                <a:cs typeface="Arial"/>
              </a:defRPr>
            </a:lvl2pPr>
            <a:lvl3pPr algn="l">
              <a:defRPr sz="1275" b="0">
                <a:solidFill>
                  <a:srgbClr val="343931"/>
                </a:solidFill>
                <a:latin typeface="Arial"/>
                <a:ea typeface="Arial"/>
                <a:cs typeface="Arial"/>
              </a:defRPr>
            </a:lvl3pPr>
            <a:lvl4pPr algn="l">
              <a:defRPr sz="1275" b="0">
                <a:solidFill>
                  <a:srgbClr val="343931"/>
                </a:solidFill>
                <a:latin typeface="Arial"/>
                <a:ea typeface="Arial"/>
                <a:cs typeface="Arial"/>
              </a:defRPr>
            </a:lvl4pPr>
            <a:lvl5pPr algn="l">
              <a:defRPr sz="1275" b="0">
                <a:solidFill>
                  <a:srgbClr val="343931"/>
                </a:solidFill>
                <a:latin typeface="Arial"/>
                <a:ea typeface="Arial"/>
                <a:cs typeface="Arial"/>
              </a:defRPr>
            </a:lvl5pPr>
            <a:lvl6pPr algn="l">
              <a:defRPr sz="1275" b="0">
                <a:solidFill>
                  <a:srgbClr val="343931"/>
                </a:solidFill>
                <a:latin typeface="Arial"/>
                <a:ea typeface="Arial"/>
                <a:cs typeface="Arial"/>
              </a:defRPr>
            </a:lvl6pPr>
            <a:lvl7pPr algn="l">
              <a:defRPr sz="1275" b="0">
                <a:solidFill>
                  <a:srgbClr val="343931"/>
                </a:solidFill>
                <a:latin typeface="Arial"/>
                <a:ea typeface="Arial"/>
                <a:cs typeface="Arial"/>
              </a:defRPr>
            </a:lvl7pPr>
            <a:lvl8pPr algn="l">
              <a:defRPr sz="1275" b="0">
                <a:solidFill>
                  <a:srgbClr val="343931"/>
                </a:solidFill>
                <a:latin typeface="Arial"/>
                <a:ea typeface="Arial"/>
                <a:cs typeface="Arial"/>
              </a:defRPr>
            </a:lvl8pPr>
            <a:lvl9pPr algn="l">
              <a:defRPr sz="1275" b="0">
                <a:solidFill>
                  <a:srgbClr val="343931"/>
                </a:solidFill>
                <a:latin typeface="Arial"/>
                <a:ea typeface="Arial"/>
                <a:cs typeface="Arial"/>
              </a:defRPr>
            </a:lvl9pPr>
          </a:lstStyle>
          <a:p xmlns:a="http://schemas.openxmlformats.org/drawingml/2006/main">
            <a:pPr algn="l">
              <a:lnSpc>
                <a:spcPct val="105000"/>
              </a:lnSpc>
              <a:buNone/>
              <a:defRPr sz="1275" b="0">
                <a:solidFill>
                  <a:srgbClr val="343931"/>
                </a:solidFill>
                <a:latin typeface="Arial"/>
                <a:ea typeface="Arial"/>
                <a:cs typeface="Arial"/>
              </a:defRPr>
            </a:pPr>
            <a:r>
              <a:rPr sz="1275" b="0">
                <a:solidFill>
                  <a:srgbClr val="343931"/>
                </a:solidFill>
                <a:latin typeface="Arial"/>
                <a:ea typeface="Arial"/>
                <a:cs typeface="Arial"/>
              </a:rPr>
              <a:t>production landing and AI provider health routes; Gemini, Groq and Jina report configured.</a:t>
            </a:r>
          </a:p>
        </p:txBody>
      </p:sp>
      <p:sp>
        <p:nvSpPr>
          <p:cNvPr id="13" name="hypothesis-one">
            <a:extLst xmlns:a="http://schemas.openxmlformats.org/drawingml/2006/main">
              <a:ext uri="{FF2B5EF4-FFF2-40B4-BE49-F238E27FC236}">
                <a16:creationId xmlns:a16="http://schemas.microsoft.com/office/drawing/2014/main" id="{B4D29252-DA0E-4DD3-AAED-AF515A0F10AE}"/>
              </a:ext>
            </a:extLst>
          </p:cNvPr>
          <p:cNvSpPr>
            <a:spLocks xmlns:a="http://schemas.openxmlformats.org/drawingml/2006/main" noGrp="1"/>
          </p:cNvSpPr>
          <p:nvPr/>
        </p:nvSpPr>
        <p:spPr>
          <a:xfrm xmlns:a="http://schemas.openxmlformats.org/drawingml/2006/main">
            <a:off x="6457950" y="18669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253B30"/>
                </a:solidFill>
                <a:latin typeface="Arial"/>
                <a:ea typeface="Arial"/>
                <a:cs typeface="Arial"/>
              </a:defRPr>
            </a:defPPr>
            <a:lvl1pPr algn="l">
              <a:defRPr sz="1725" b="1">
                <a:solidFill>
                  <a:srgbClr val="253B30"/>
                </a:solidFill>
                <a:latin typeface="Arial"/>
                <a:ea typeface="Arial"/>
                <a:cs typeface="Arial"/>
              </a:defRPr>
            </a:lvl1pPr>
            <a:lvl2pPr algn="l">
              <a:defRPr sz="1725" b="1">
                <a:solidFill>
                  <a:srgbClr val="253B30"/>
                </a:solidFill>
                <a:latin typeface="Arial"/>
                <a:ea typeface="Arial"/>
                <a:cs typeface="Arial"/>
              </a:defRPr>
            </a:lvl2pPr>
            <a:lvl3pPr algn="l">
              <a:defRPr sz="1725" b="1">
                <a:solidFill>
                  <a:srgbClr val="253B30"/>
                </a:solidFill>
                <a:latin typeface="Arial"/>
                <a:ea typeface="Arial"/>
                <a:cs typeface="Arial"/>
              </a:defRPr>
            </a:lvl3pPr>
            <a:lvl4pPr algn="l">
              <a:defRPr sz="1725" b="1">
                <a:solidFill>
                  <a:srgbClr val="253B30"/>
                </a:solidFill>
                <a:latin typeface="Arial"/>
                <a:ea typeface="Arial"/>
                <a:cs typeface="Arial"/>
              </a:defRPr>
            </a:lvl4pPr>
            <a:lvl5pPr algn="l">
              <a:defRPr sz="1725" b="1">
                <a:solidFill>
                  <a:srgbClr val="253B30"/>
                </a:solidFill>
                <a:latin typeface="Arial"/>
                <a:ea typeface="Arial"/>
                <a:cs typeface="Arial"/>
              </a:defRPr>
            </a:lvl5pPr>
            <a:lvl6pPr algn="l">
              <a:defRPr sz="1725" b="1">
                <a:solidFill>
                  <a:srgbClr val="253B30"/>
                </a:solidFill>
                <a:latin typeface="Arial"/>
                <a:ea typeface="Arial"/>
                <a:cs typeface="Arial"/>
              </a:defRPr>
            </a:lvl6pPr>
            <a:lvl7pPr algn="l">
              <a:defRPr sz="1725" b="1">
                <a:solidFill>
                  <a:srgbClr val="253B30"/>
                </a:solidFill>
                <a:latin typeface="Arial"/>
                <a:ea typeface="Arial"/>
                <a:cs typeface="Arial"/>
              </a:defRPr>
            </a:lvl7pPr>
            <a:lvl8pPr algn="l">
              <a:defRPr sz="1725" b="1">
                <a:solidFill>
                  <a:srgbClr val="253B30"/>
                </a:solidFill>
                <a:latin typeface="Arial"/>
                <a:ea typeface="Arial"/>
                <a:cs typeface="Arial"/>
              </a:defRPr>
            </a:lvl8pPr>
            <a:lvl9pPr algn="l">
              <a:defRPr sz="1725" b="1">
                <a:solidFill>
                  <a:srgbClr val="253B30"/>
                </a:solidFill>
                <a:latin typeface="Arial"/>
                <a:ea typeface="Arial"/>
                <a:cs typeface="Arial"/>
              </a:defRPr>
            </a:lvl9pPr>
          </a:lstStyle>
          <a:p xmlns:a="http://schemas.openxmlformats.org/drawingml/2006/main">
            <a:pPr algn="l">
              <a:lnSpc>
                <a:spcPct val="105000"/>
              </a:lnSpc>
              <a:buNone/>
              <a:defRPr sz="1725" b="1">
                <a:solidFill>
                  <a:srgbClr val="253B30"/>
                </a:solidFill>
                <a:latin typeface="Arial"/>
                <a:ea typeface="Arial"/>
                <a:cs typeface="Arial"/>
              </a:defRPr>
            </a:pPr>
            <a:r>
              <a:rPr sz="1725" b="1">
                <a:solidFill>
                  <a:srgbClr val="253B30"/>
                </a:solidFill>
                <a:latin typeface="Arial"/>
                <a:ea typeface="Arial"/>
                <a:cs typeface="Arial"/>
              </a:rPr>
              <a:t>Grounded answers</a:t>
            </a:r>
          </a:p>
        </p:txBody>
      </p:sp>
      <p:sp>
        <p:nvSpPr>
          <p:cNvPr id="14" name="hypothesis-one-body">
            <a:extLst xmlns:a="http://schemas.openxmlformats.org/drawingml/2006/main">
              <a:ext uri="{FF2B5EF4-FFF2-40B4-BE49-F238E27FC236}">
                <a16:creationId xmlns:a16="http://schemas.microsoft.com/office/drawing/2014/main" id="{33889FB3-3671-4E07-82C0-2F63977C3592}"/>
              </a:ext>
            </a:extLst>
          </p:cNvPr>
          <p:cNvSpPr>
            <a:spLocks xmlns:a="http://schemas.openxmlformats.org/drawingml/2006/main" noGrp="1"/>
          </p:cNvSpPr>
          <p:nvPr/>
        </p:nvSpPr>
        <p:spPr>
          <a:xfrm xmlns:a="http://schemas.openxmlformats.org/drawingml/2006/main">
            <a:off x="6457950" y="2286000"/>
            <a:ext cx="4953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343931"/>
                </a:solidFill>
                <a:latin typeface="Arial"/>
                <a:ea typeface="Arial"/>
                <a:cs typeface="Arial"/>
              </a:defRPr>
            </a:defPPr>
            <a:lvl1pPr algn="l">
              <a:defRPr sz="1425" b="0">
                <a:solidFill>
                  <a:srgbClr val="343931"/>
                </a:solidFill>
                <a:latin typeface="Arial"/>
                <a:ea typeface="Arial"/>
                <a:cs typeface="Arial"/>
              </a:defRPr>
            </a:lvl1pPr>
            <a:lvl2pPr algn="l">
              <a:defRPr sz="1425" b="0">
                <a:solidFill>
                  <a:srgbClr val="343931"/>
                </a:solidFill>
                <a:latin typeface="Arial"/>
                <a:ea typeface="Arial"/>
                <a:cs typeface="Arial"/>
              </a:defRPr>
            </a:lvl2pPr>
            <a:lvl3pPr algn="l">
              <a:defRPr sz="1425" b="0">
                <a:solidFill>
                  <a:srgbClr val="343931"/>
                </a:solidFill>
                <a:latin typeface="Arial"/>
                <a:ea typeface="Arial"/>
                <a:cs typeface="Arial"/>
              </a:defRPr>
            </a:lvl3pPr>
            <a:lvl4pPr algn="l">
              <a:defRPr sz="1425" b="0">
                <a:solidFill>
                  <a:srgbClr val="343931"/>
                </a:solidFill>
                <a:latin typeface="Arial"/>
                <a:ea typeface="Arial"/>
                <a:cs typeface="Arial"/>
              </a:defRPr>
            </a:lvl4pPr>
            <a:lvl5pPr algn="l">
              <a:defRPr sz="1425" b="0">
                <a:solidFill>
                  <a:srgbClr val="343931"/>
                </a:solidFill>
                <a:latin typeface="Arial"/>
                <a:ea typeface="Arial"/>
                <a:cs typeface="Arial"/>
              </a:defRPr>
            </a:lvl5pPr>
            <a:lvl6pPr algn="l">
              <a:defRPr sz="1425" b="0">
                <a:solidFill>
                  <a:srgbClr val="343931"/>
                </a:solidFill>
                <a:latin typeface="Arial"/>
                <a:ea typeface="Arial"/>
                <a:cs typeface="Arial"/>
              </a:defRPr>
            </a:lvl6pPr>
            <a:lvl7pPr algn="l">
              <a:defRPr sz="1425" b="0">
                <a:solidFill>
                  <a:srgbClr val="343931"/>
                </a:solidFill>
                <a:latin typeface="Arial"/>
                <a:ea typeface="Arial"/>
                <a:cs typeface="Arial"/>
              </a:defRPr>
            </a:lvl7pPr>
            <a:lvl8pPr algn="l">
              <a:defRPr sz="1425" b="0">
                <a:solidFill>
                  <a:srgbClr val="343931"/>
                </a:solidFill>
                <a:latin typeface="Arial"/>
                <a:ea typeface="Arial"/>
                <a:cs typeface="Arial"/>
              </a:defRPr>
            </a:lvl8pPr>
            <a:lvl9pPr algn="l">
              <a:defRPr sz="1425" b="0">
                <a:solidFill>
                  <a:srgbClr val="343931"/>
                </a:solidFill>
                <a:latin typeface="Arial"/>
                <a:ea typeface="Arial"/>
                <a:cs typeface="Arial"/>
              </a:defRPr>
            </a:lvl9pPr>
          </a:lstStyle>
          <a:p xmlns:a="http://schemas.openxmlformats.org/drawingml/2006/main">
            <a:pPr algn="l">
              <a:lnSpc>
                <a:spcPct val="105000"/>
              </a:lnSpc>
              <a:buNone/>
              <a:defRPr sz="1425" b="0">
                <a:solidFill>
                  <a:srgbClr val="343931"/>
                </a:solidFill>
                <a:latin typeface="Arial"/>
                <a:ea typeface="Arial"/>
                <a:cs typeface="Arial"/>
              </a:defRPr>
            </a:pPr>
            <a:r>
              <a:rPr sz="1425" b="0">
                <a:solidFill>
                  <a:srgbClr val="343931"/>
                </a:solidFill>
                <a:latin typeface="Arial"/>
                <a:ea typeface="Arial"/>
                <a:cs typeface="Arial"/>
              </a:rPr>
              <a:t>Target: citations support each answer and exclude future transcript segments. Unit checks pass; live quality has no benchmark score.</a:t>
            </a:r>
          </a:p>
        </p:txBody>
      </p:sp>
      <p:sp>
        <p:nvSpPr>
          <p:cNvPr id="15" name="eval-divider-a">
            <a:extLst xmlns:a="http://schemas.openxmlformats.org/drawingml/2006/main">
              <a:ext uri="{FF2B5EF4-FFF2-40B4-BE49-F238E27FC236}">
                <a16:creationId xmlns:a16="http://schemas.microsoft.com/office/drawing/2014/main" id="{CA90CD61-A066-4CC5-A248-1D377CCA33D3}"/>
              </a:ext>
            </a:extLst>
          </p:cNvPr>
          <p:cNvSpPr>
            <a:spLocks xmlns:a="http://schemas.openxmlformats.org/drawingml/2006/main" noGrp="1"/>
          </p:cNvSpPr>
          <p:nvPr/>
        </p:nvSpPr>
        <p:spPr>
          <a:xfrm xmlns:a="http://schemas.openxmlformats.org/drawingml/2006/main">
            <a:off x="6457950" y="3257550"/>
            <a:ext cx="5048250" cy="0"/>
          </a:xfrm>
          <a:prstGeom xmlns:a="http://schemas.openxmlformats.org/drawingml/2006/main" prst="line">
            <a:avLst/>
          </a:prstGeom>
          <a:noFill xmlns:a="http://schemas.openxmlformats.org/drawingml/2006/main"/>
          <a:ln xmlns:a="http://schemas.openxmlformats.org/drawingml/2006/main" w="9525">
            <a:solidFill>
              <a:srgbClr val="D5D5C6"/>
            </a:solidFill>
            <a:prstDash val="solid"/>
          </a:ln>
        </p:spPr>
      </p:sp>
      <p:sp>
        <p:nvSpPr>
          <p:cNvPr id="16" name="hypothesis-two">
            <a:extLst xmlns:a="http://schemas.openxmlformats.org/drawingml/2006/main">
              <a:ext uri="{FF2B5EF4-FFF2-40B4-BE49-F238E27FC236}">
                <a16:creationId xmlns:a16="http://schemas.microsoft.com/office/drawing/2014/main" id="{AD70B011-BF78-4273-85F8-16ADC49D7A46}"/>
              </a:ext>
            </a:extLst>
          </p:cNvPr>
          <p:cNvSpPr>
            <a:spLocks xmlns:a="http://schemas.openxmlformats.org/drawingml/2006/main" noGrp="1"/>
          </p:cNvSpPr>
          <p:nvPr/>
        </p:nvSpPr>
        <p:spPr>
          <a:xfrm xmlns:a="http://schemas.openxmlformats.org/drawingml/2006/main">
            <a:off x="6457950" y="3476625"/>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253B30"/>
                </a:solidFill>
                <a:latin typeface="Arial"/>
                <a:ea typeface="Arial"/>
                <a:cs typeface="Arial"/>
              </a:defRPr>
            </a:defPPr>
            <a:lvl1pPr algn="l">
              <a:defRPr sz="1725" b="1">
                <a:solidFill>
                  <a:srgbClr val="253B30"/>
                </a:solidFill>
                <a:latin typeface="Arial"/>
                <a:ea typeface="Arial"/>
                <a:cs typeface="Arial"/>
              </a:defRPr>
            </a:lvl1pPr>
            <a:lvl2pPr algn="l">
              <a:defRPr sz="1725" b="1">
                <a:solidFill>
                  <a:srgbClr val="253B30"/>
                </a:solidFill>
                <a:latin typeface="Arial"/>
                <a:ea typeface="Arial"/>
                <a:cs typeface="Arial"/>
              </a:defRPr>
            </a:lvl2pPr>
            <a:lvl3pPr algn="l">
              <a:defRPr sz="1725" b="1">
                <a:solidFill>
                  <a:srgbClr val="253B30"/>
                </a:solidFill>
                <a:latin typeface="Arial"/>
                <a:ea typeface="Arial"/>
                <a:cs typeface="Arial"/>
              </a:defRPr>
            </a:lvl3pPr>
            <a:lvl4pPr algn="l">
              <a:defRPr sz="1725" b="1">
                <a:solidFill>
                  <a:srgbClr val="253B30"/>
                </a:solidFill>
                <a:latin typeface="Arial"/>
                <a:ea typeface="Arial"/>
                <a:cs typeface="Arial"/>
              </a:defRPr>
            </a:lvl4pPr>
            <a:lvl5pPr algn="l">
              <a:defRPr sz="1725" b="1">
                <a:solidFill>
                  <a:srgbClr val="253B30"/>
                </a:solidFill>
                <a:latin typeface="Arial"/>
                <a:ea typeface="Arial"/>
                <a:cs typeface="Arial"/>
              </a:defRPr>
            </a:lvl5pPr>
            <a:lvl6pPr algn="l">
              <a:defRPr sz="1725" b="1">
                <a:solidFill>
                  <a:srgbClr val="253B30"/>
                </a:solidFill>
                <a:latin typeface="Arial"/>
                <a:ea typeface="Arial"/>
                <a:cs typeface="Arial"/>
              </a:defRPr>
            </a:lvl6pPr>
            <a:lvl7pPr algn="l">
              <a:defRPr sz="1725" b="1">
                <a:solidFill>
                  <a:srgbClr val="253B30"/>
                </a:solidFill>
                <a:latin typeface="Arial"/>
                <a:ea typeface="Arial"/>
                <a:cs typeface="Arial"/>
              </a:defRPr>
            </a:lvl7pPr>
            <a:lvl8pPr algn="l">
              <a:defRPr sz="1725" b="1">
                <a:solidFill>
                  <a:srgbClr val="253B30"/>
                </a:solidFill>
                <a:latin typeface="Arial"/>
                <a:ea typeface="Arial"/>
                <a:cs typeface="Arial"/>
              </a:defRPr>
            </a:lvl8pPr>
            <a:lvl9pPr algn="l">
              <a:defRPr sz="1725" b="1">
                <a:solidFill>
                  <a:srgbClr val="253B30"/>
                </a:solidFill>
                <a:latin typeface="Arial"/>
                <a:ea typeface="Arial"/>
                <a:cs typeface="Arial"/>
              </a:defRPr>
            </a:lvl9pPr>
          </a:lstStyle>
          <a:p xmlns:a="http://schemas.openxmlformats.org/drawingml/2006/main">
            <a:pPr algn="l">
              <a:lnSpc>
                <a:spcPct val="105000"/>
              </a:lnSpc>
              <a:buNone/>
              <a:defRPr sz="1725" b="1">
                <a:solidFill>
                  <a:srgbClr val="253B30"/>
                </a:solidFill>
                <a:latin typeface="Arial"/>
                <a:ea typeface="Arial"/>
                <a:cs typeface="Arial"/>
              </a:defRPr>
            </a:pPr>
            <a:r>
              <a:rPr sz="1725" b="1">
                <a:solidFill>
                  <a:srgbClr val="253B30"/>
                </a:solidFill>
                <a:latin typeface="Arial"/>
                <a:ea typeface="Arial"/>
                <a:cs typeface="Arial"/>
              </a:rPr>
              <a:t>Remote Whisper round trip</a:t>
            </a:r>
          </a:p>
        </p:txBody>
      </p:sp>
      <p:sp>
        <p:nvSpPr>
          <p:cNvPr id="17" name="hypothesis-two-body">
            <a:extLst xmlns:a="http://schemas.openxmlformats.org/drawingml/2006/main">
              <a:ext uri="{FF2B5EF4-FFF2-40B4-BE49-F238E27FC236}">
                <a16:creationId xmlns:a16="http://schemas.microsoft.com/office/drawing/2014/main" id="{5C5DE79F-D4E8-4642-9F48-A65EFF11054E}"/>
              </a:ext>
            </a:extLst>
          </p:cNvPr>
          <p:cNvSpPr>
            <a:spLocks xmlns:a="http://schemas.openxmlformats.org/drawingml/2006/main" noGrp="1"/>
          </p:cNvSpPr>
          <p:nvPr/>
        </p:nvSpPr>
        <p:spPr>
          <a:xfrm xmlns:a="http://schemas.openxmlformats.org/drawingml/2006/main">
            <a:off x="6457950" y="3905250"/>
            <a:ext cx="4953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343931"/>
                </a:solidFill>
                <a:latin typeface="Arial"/>
                <a:ea typeface="Arial"/>
                <a:cs typeface="Arial"/>
              </a:defRPr>
            </a:defPPr>
            <a:lvl1pPr algn="l">
              <a:defRPr sz="1425" b="0">
                <a:solidFill>
                  <a:srgbClr val="343931"/>
                </a:solidFill>
                <a:latin typeface="Arial"/>
                <a:ea typeface="Arial"/>
                <a:cs typeface="Arial"/>
              </a:defRPr>
            </a:lvl1pPr>
            <a:lvl2pPr algn="l">
              <a:defRPr sz="1425" b="0">
                <a:solidFill>
                  <a:srgbClr val="343931"/>
                </a:solidFill>
                <a:latin typeface="Arial"/>
                <a:ea typeface="Arial"/>
                <a:cs typeface="Arial"/>
              </a:defRPr>
            </a:lvl2pPr>
            <a:lvl3pPr algn="l">
              <a:defRPr sz="1425" b="0">
                <a:solidFill>
                  <a:srgbClr val="343931"/>
                </a:solidFill>
                <a:latin typeface="Arial"/>
                <a:ea typeface="Arial"/>
                <a:cs typeface="Arial"/>
              </a:defRPr>
            </a:lvl3pPr>
            <a:lvl4pPr algn="l">
              <a:defRPr sz="1425" b="0">
                <a:solidFill>
                  <a:srgbClr val="343931"/>
                </a:solidFill>
                <a:latin typeface="Arial"/>
                <a:ea typeface="Arial"/>
                <a:cs typeface="Arial"/>
              </a:defRPr>
            </a:lvl4pPr>
            <a:lvl5pPr algn="l">
              <a:defRPr sz="1425" b="0">
                <a:solidFill>
                  <a:srgbClr val="343931"/>
                </a:solidFill>
                <a:latin typeface="Arial"/>
                <a:ea typeface="Arial"/>
                <a:cs typeface="Arial"/>
              </a:defRPr>
            </a:lvl5pPr>
            <a:lvl6pPr algn="l">
              <a:defRPr sz="1425" b="0">
                <a:solidFill>
                  <a:srgbClr val="343931"/>
                </a:solidFill>
                <a:latin typeface="Arial"/>
                <a:ea typeface="Arial"/>
                <a:cs typeface="Arial"/>
              </a:defRPr>
            </a:lvl6pPr>
            <a:lvl7pPr algn="l">
              <a:defRPr sz="1425" b="0">
                <a:solidFill>
                  <a:srgbClr val="343931"/>
                </a:solidFill>
                <a:latin typeface="Arial"/>
                <a:ea typeface="Arial"/>
                <a:cs typeface="Arial"/>
              </a:defRPr>
            </a:lvl7pPr>
            <a:lvl8pPr algn="l">
              <a:defRPr sz="1425" b="0">
                <a:solidFill>
                  <a:srgbClr val="343931"/>
                </a:solidFill>
                <a:latin typeface="Arial"/>
                <a:ea typeface="Arial"/>
                <a:cs typeface="Arial"/>
              </a:defRPr>
            </a:lvl8pPr>
            <a:lvl9pPr algn="l">
              <a:defRPr sz="1425" b="0">
                <a:solidFill>
                  <a:srgbClr val="343931"/>
                </a:solidFill>
                <a:latin typeface="Arial"/>
                <a:ea typeface="Arial"/>
                <a:cs typeface="Arial"/>
              </a:defRPr>
            </a:lvl9pPr>
          </a:lstStyle>
          <a:p xmlns:a="http://schemas.openxmlformats.org/drawingml/2006/main">
            <a:pPr algn="l">
              <a:lnSpc>
                <a:spcPct val="105000"/>
              </a:lnSpc>
              <a:buNone/>
              <a:defRPr sz="1425" b="0">
                <a:solidFill>
                  <a:srgbClr val="343931"/>
                </a:solidFill>
                <a:latin typeface="Arial"/>
                <a:ea typeface="Arial"/>
                <a:cs typeface="Arial"/>
              </a:defRPr>
            </a:pPr>
            <a:r>
              <a:rPr sz="1425" b="0">
                <a:solidFill>
                  <a:srgbClr val="343931"/>
                </a:solidFill>
                <a:latin typeface="Arial"/>
                <a:ea typeface="Arial"/>
                <a:cs typeface="Arial"/>
              </a:rPr>
              <a:t>Target: a separate learner uploads media, the Windows GPU worker transcribes it, and Horizon indexes searchable timestamps. Not yet demonstrated remotely.</a:t>
            </a:r>
          </a:p>
        </p:txBody>
      </p:sp>
      <p:sp>
        <p:nvSpPr>
          <p:cNvPr id="18" name="eval-divider-b">
            <a:extLst xmlns:a="http://schemas.openxmlformats.org/drawingml/2006/main">
              <a:ext uri="{FF2B5EF4-FFF2-40B4-BE49-F238E27FC236}">
                <a16:creationId xmlns:a16="http://schemas.microsoft.com/office/drawing/2014/main" id="{FA3107A3-98B6-449E-A37A-2E97F4C0465F}"/>
              </a:ext>
            </a:extLst>
          </p:cNvPr>
          <p:cNvSpPr>
            <a:spLocks xmlns:a="http://schemas.openxmlformats.org/drawingml/2006/main" noGrp="1"/>
          </p:cNvSpPr>
          <p:nvPr/>
        </p:nvSpPr>
        <p:spPr>
          <a:xfrm xmlns:a="http://schemas.openxmlformats.org/drawingml/2006/main">
            <a:off x="6457950" y="4914900"/>
            <a:ext cx="5048250" cy="0"/>
          </a:xfrm>
          <a:prstGeom xmlns:a="http://schemas.openxmlformats.org/drawingml/2006/main" prst="line">
            <a:avLst/>
          </a:prstGeom>
          <a:noFill xmlns:a="http://schemas.openxmlformats.org/drawingml/2006/main"/>
          <a:ln xmlns:a="http://schemas.openxmlformats.org/drawingml/2006/main" w="9525">
            <a:solidFill>
              <a:srgbClr val="D5D5C6"/>
            </a:solidFill>
            <a:prstDash val="solid"/>
          </a:ln>
        </p:spPr>
      </p:sp>
      <p:sp>
        <p:nvSpPr>
          <p:cNvPr id="19" name="eval-note">
            <a:extLst xmlns:a="http://schemas.openxmlformats.org/drawingml/2006/main">
              <a:ext uri="{FF2B5EF4-FFF2-40B4-BE49-F238E27FC236}">
                <a16:creationId xmlns:a16="http://schemas.microsoft.com/office/drawing/2014/main" id="{A1912381-BB19-4D1B-A363-AD81F40572D2}"/>
              </a:ext>
            </a:extLst>
          </p:cNvPr>
          <p:cNvSpPr>
            <a:spLocks xmlns:a="http://schemas.openxmlformats.org/drawingml/2006/main" noGrp="1"/>
          </p:cNvSpPr>
          <p:nvPr/>
        </p:nvSpPr>
        <p:spPr>
          <a:xfrm xmlns:a="http://schemas.openxmlformats.org/drawingml/2006/main">
            <a:off x="6457950" y="5153025"/>
            <a:ext cx="495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6E7166"/>
                </a:solidFill>
                <a:latin typeface="Arial"/>
                <a:ea typeface="Arial"/>
                <a:cs typeface="Arial"/>
              </a:defRPr>
            </a:defPPr>
            <a:lvl1pPr algn="l">
              <a:defRPr sz="1275" b="0">
                <a:solidFill>
                  <a:srgbClr val="6E7166"/>
                </a:solidFill>
                <a:latin typeface="Arial"/>
                <a:ea typeface="Arial"/>
                <a:cs typeface="Arial"/>
              </a:defRPr>
            </a:lvl1pPr>
            <a:lvl2pPr algn="l">
              <a:defRPr sz="1275" b="0">
                <a:solidFill>
                  <a:srgbClr val="6E7166"/>
                </a:solidFill>
                <a:latin typeface="Arial"/>
                <a:ea typeface="Arial"/>
                <a:cs typeface="Arial"/>
              </a:defRPr>
            </a:lvl2pPr>
            <a:lvl3pPr algn="l">
              <a:defRPr sz="1275" b="0">
                <a:solidFill>
                  <a:srgbClr val="6E7166"/>
                </a:solidFill>
                <a:latin typeface="Arial"/>
                <a:ea typeface="Arial"/>
                <a:cs typeface="Arial"/>
              </a:defRPr>
            </a:lvl3pPr>
            <a:lvl4pPr algn="l">
              <a:defRPr sz="1275" b="0">
                <a:solidFill>
                  <a:srgbClr val="6E7166"/>
                </a:solidFill>
                <a:latin typeface="Arial"/>
                <a:ea typeface="Arial"/>
                <a:cs typeface="Arial"/>
              </a:defRPr>
            </a:lvl4pPr>
            <a:lvl5pPr algn="l">
              <a:defRPr sz="1275" b="0">
                <a:solidFill>
                  <a:srgbClr val="6E7166"/>
                </a:solidFill>
                <a:latin typeface="Arial"/>
                <a:ea typeface="Arial"/>
                <a:cs typeface="Arial"/>
              </a:defRPr>
            </a:lvl5pPr>
            <a:lvl6pPr algn="l">
              <a:defRPr sz="1275" b="0">
                <a:solidFill>
                  <a:srgbClr val="6E7166"/>
                </a:solidFill>
                <a:latin typeface="Arial"/>
                <a:ea typeface="Arial"/>
                <a:cs typeface="Arial"/>
              </a:defRPr>
            </a:lvl6pPr>
            <a:lvl7pPr algn="l">
              <a:defRPr sz="1275" b="0">
                <a:solidFill>
                  <a:srgbClr val="6E7166"/>
                </a:solidFill>
                <a:latin typeface="Arial"/>
                <a:ea typeface="Arial"/>
                <a:cs typeface="Arial"/>
              </a:defRPr>
            </a:lvl7pPr>
            <a:lvl8pPr algn="l">
              <a:defRPr sz="1275" b="0">
                <a:solidFill>
                  <a:srgbClr val="6E7166"/>
                </a:solidFill>
                <a:latin typeface="Arial"/>
                <a:ea typeface="Arial"/>
                <a:cs typeface="Arial"/>
              </a:defRPr>
            </a:lvl8pPr>
            <a:lvl9pPr algn="l">
              <a:defRPr sz="1275" b="0">
                <a:solidFill>
                  <a:srgbClr val="6E7166"/>
                </a:solidFill>
                <a:latin typeface="Arial"/>
                <a:ea typeface="Arial"/>
                <a:cs typeface="Arial"/>
              </a:defRPr>
            </a:lvl9pPr>
          </a:lstStyle>
          <a:p xmlns:a="http://schemas.openxmlformats.org/drawingml/2006/main">
            <a:pPr algn="l">
              <a:lnSpc>
                <a:spcPct val="105000"/>
              </a:lnSpc>
              <a:buNone/>
              <a:defRPr sz="1275" b="0">
                <a:solidFill>
                  <a:srgbClr val="6E7166"/>
                </a:solidFill>
                <a:latin typeface="Arial"/>
                <a:ea typeface="Arial"/>
                <a:cs typeface="Arial"/>
              </a:defRPr>
            </a:pPr>
            <a:r>
              <a:rPr sz="1275" b="0">
                <a:solidFill>
                  <a:srgbClr val="6E7166"/>
                </a:solidFill>
                <a:latin typeface="Arial"/>
                <a:ea typeface="Arial"/>
                <a:cs typeface="Arial"/>
              </a:rPr>
              <a:t>Local GPU inference used a 20-second excerpt; the source video is excluded from the package.</a:t>
            </a:r>
          </a:p>
        </p:txBody>
      </p:sp>
    </p:spTree>
    <p:extLst>
      <p:ext uri="{BB962C8B-B14F-4D97-AF65-F5344CB8AC3E}">
        <p14:creationId xmlns:p14="http://schemas.microsoft.com/office/powerpoint/2010/main" val="1220503267"/>
      </p:ext>
    </p:extLst>
  </p:cSld>
</p:sld>
</file>

<file path=ppt/slides/slide5.xml><?xml version="1.0" encoding="utf-8"?>
<p:sld xmlns:p="http://schemas.openxmlformats.org/presentationml/2006/main">
  <p:cSld>
    <p:bg>
      <p:bgPr>
        <a:solidFill xmlns:a="http://schemas.openxmlformats.org/drawingml/2006/main">
          <a:srgbClr val="FFFEFA"/>
        </a:solidFill>
      </p:bgPr>
    </p:bg>
    <p:spTree>
      <p:nvGrpSpPr>
        <p:cNvPr id="1" name=""/>
        <p:cNvGrpSpPr/>
        <p:nvPr/>
      </p:nvGrpSpPr>
      <p:grpSpPr>
        <a:xfrm xmlns:a="http://schemas.openxmlformats.org/drawingml/2006/main"/>
      </p:grpSpPr>
      <p:sp>
        <p:nvSpPr>
          <p:cNvPr id="16" name="slide-5-title">
            <a:extLst xmlns:a="http://schemas.openxmlformats.org/drawingml/2006/main">
              <a:ext uri="{FF2B5EF4-FFF2-40B4-BE49-F238E27FC236}">
                <a16:creationId xmlns:a16="http://schemas.microsoft.com/office/drawing/2014/main" id="{26335F91-B27B-4EF3-A059-C81B4FCF7E18}"/>
              </a:ext>
            </a:extLst>
          </p:cNvPr>
          <p:cNvSpPr>
            <a:spLocks xmlns:a="http://schemas.openxmlformats.org/drawingml/2006/main" noGrp="1"/>
          </p:cNvSpPr>
          <p:nvPr/>
        </p:nvSpPr>
        <p:spPr>
          <a:xfrm xmlns:a="http://schemas.openxmlformats.org/drawingml/2006/main">
            <a:off x="609600" y="400050"/>
            <a:ext cx="1066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253B30"/>
                </a:solidFill>
                <a:latin typeface="Arial"/>
                <a:ea typeface="Arial"/>
                <a:cs typeface="Arial"/>
              </a:defRPr>
            </a:defPPr>
            <a:lvl1pPr algn="l">
              <a:defRPr sz="3300" b="1">
                <a:solidFill>
                  <a:srgbClr val="253B30"/>
                </a:solidFill>
                <a:latin typeface="Arial"/>
                <a:ea typeface="Arial"/>
                <a:cs typeface="Arial"/>
              </a:defRPr>
            </a:lvl1pPr>
            <a:lvl2pPr algn="l">
              <a:defRPr sz="3300" b="1">
                <a:solidFill>
                  <a:srgbClr val="253B30"/>
                </a:solidFill>
                <a:latin typeface="Arial"/>
                <a:ea typeface="Arial"/>
                <a:cs typeface="Arial"/>
              </a:defRPr>
            </a:lvl2pPr>
            <a:lvl3pPr algn="l">
              <a:defRPr sz="3300" b="1">
                <a:solidFill>
                  <a:srgbClr val="253B30"/>
                </a:solidFill>
                <a:latin typeface="Arial"/>
                <a:ea typeface="Arial"/>
                <a:cs typeface="Arial"/>
              </a:defRPr>
            </a:lvl3pPr>
            <a:lvl4pPr algn="l">
              <a:defRPr sz="3300" b="1">
                <a:solidFill>
                  <a:srgbClr val="253B30"/>
                </a:solidFill>
                <a:latin typeface="Arial"/>
                <a:ea typeface="Arial"/>
                <a:cs typeface="Arial"/>
              </a:defRPr>
            </a:lvl4pPr>
            <a:lvl5pPr algn="l">
              <a:defRPr sz="3300" b="1">
                <a:solidFill>
                  <a:srgbClr val="253B30"/>
                </a:solidFill>
                <a:latin typeface="Arial"/>
                <a:ea typeface="Arial"/>
                <a:cs typeface="Arial"/>
              </a:defRPr>
            </a:lvl5pPr>
            <a:lvl6pPr algn="l">
              <a:defRPr sz="3300" b="1">
                <a:solidFill>
                  <a:srgbClr val="253B30"/>
                </a:solidFill>
                <a:latin typeface="Arial"/>
                <a:ea typeface="Arial"/>
                <a:cs typeface="Arial"/>
              </a:defRPr>
            </a:lvl6pPr>
            <a:lvl7pPr algn="l">
              <a:defRPr sz="3300" b="1">
                <a:solidFill>
                  <a:srgbClr val="253B30"/>
                </a:solidFill>
                <a:latin typeface="Arial"/>
                <a:ea typeface="Arial"/>
                <a:cs typeface="Arial"/>
              </a:defRPr>
            </a:lvl7pPr>
            <a:lvl8pPr algn="l">
              <a:defRPr sz="3300" b="1">
                <a:solidFill>
                  <a:srgbClr val="253B30"/>
                </a:solidFill>
                <a:latin typeface="Arial"/>
                <a:ea typeface="Arial"/>
                <a:cs typeface="Arial"/>
              </a:defRPr>
            </a:lvl8pPr>
            <a:lvl9pPr algn="l">
              <a:defRPr sz="3300" b="1">
                <a:solidFill>
                  <a:srgbClr val="253B30"/>
                </a:solidFill>
                <a:latin typeface="Arial"/>
                <a:ea typeface="Arial"/>
                <a:cs typeface="Arial"/>
              </a:defRPr>
            </a:lvl9pPr>
          </a:lstStyle>
          <a:p xmlns:a="http://schemas.openxmlformats.org/drawingml/2006/main">
            <a:pPr algn="l">
              <a:lnSpc>
                <a:spcPct val="105000"/>
              </a:lnSpc>
              <a:buNone/>
              <a:defRPr sz="3300" b="1">
                <a:solidFill>
                  <a:srgbClr val="253B30"/>
                </a:solidFill>
                <a:latin typeface="Arial"/>
                <a:ea typeface="Arial"/>
                <a:cs typeface="Arial"/>
              </a:defRPr>
            </a:pPr>
            <a:r>
              <a:rPr sz="3300" b="1">
                <a:solidFill>
                  <a:srgbClr val="253B30"/>
                </a:solidFill>
                <a:latin typeface="Arial"/>
                <a:ea typeface="Arial"/>
                <a:cs typeface="Arial"/>
              </a:rPr>
              <a:t>Production data: cleaned and preserved</a:t>
            </a:r>
          </a:p>
        </p:txBody>
      </p:sp>
      <p:sp>
        <p:nvSpPr>
          <p:cNvPr id="2" name="slide-5-rule">
            <a:extLst xmlns:a="http://schemas.openxmlformats.org/drawingml/2006/main">
              <a:ext uri="{FF2B5EF4-FFF2-40B4-BE49-F238E27FC236}">
                <a16:creationId xmlns:a16="http://schemas.microsoft.com/office/drawing/2014/main" id="{FC79B485-9B98-4EA5-9C19-AD3593C323F4}"/>
              </a:ext>
            </a:extLst>
          </p:cNvPr>
          <p:cNvSpPr>
            <a:spLocks xmlns:a="http://schemas.openxmlformats.org/drawingml/2006/main" noGrp="1"/>
          </p:cNvSpPr>
          <p:nvPr/>
        </p:nvSpPr>
        <p:spPr>
          <a:xfrm xmlns:a="http://schemas.openxmlformats.org/drawingml/2006/main">
            <a:off x="609600" y="1076325"/>
            <a:ext cx="10972800" cy="0"/>
          </a:xfrm>
          <a:prstGeom xmlns:a="http://schemas.openxmlformats.org/drawingml/2006/main" prst="line">
            <a:avLst/>
          </a:prstGeom>
          <a:noFill xmlns:a="http://schemas.openxmlformats.org/drawingml/2006/main"/>
          <a:ln xmlns:a="http://schemas.openxmlformats.org/drawingml/2006/main" w="28575">
            <a:solidFill>
              <a:srgbClr val="A45232"/>
            </a:solidFill>
            <a:prstDash val="solid"/>
          </a:ln>
        </p:spPr>
      </p:sp>
      <p:sp>
        <p:nvSpPr>
          <p:cNvPr id="3" name="slide-5-footer">
            <a:extLst xmlns:a="http://schemas.openxmlformats.org/drawingml/2006/main">
              <a:ext uri="{FF2B5EF4-FFF2-40B4-BE49-F238E27FC236}">
                <a16:creationId xmlns:a16="http://schemas.microsoft.com/office/drawing/2014/main" id="{58F73D51-9BC5-4E27-B714-E93ABD06159E}"/>
              </a:ext>
            </a:extLst>
          </p:cNvPr>
          <p:cNvSpPr>
            <a:spLocks xmlns:a="http://schemas.openxmlformats.org/drawingml/2006/main" noGrp="1"/>
          </p:cNvSpPr>
          <p:nvPr/>
        </p:nvSpPr>
        <p:spPr>
          <a:xfrm xmlns:a="http://schemas.openxmlformats.org/drawingml/2006/main">
            <a:off x="609600" y="6419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6E7166"/>
                </a:solidFill>
                <a:latin typeface="Arial"/>
                <a:ea typeface="Arial"/>
                <a:cs typeface="Arial"/>
              </a:defRPr>
            </a:defPPr>
            <a:lvl1pPr algn="l">
              <a:defRPr sz="1050" b="0">
                <a:solidFill>
                  <a:srgbClr val="6E7166"/>
                </a:solidFill>
                <a:latin typeface="Arial"/>
                <a:ea typeface="Arial"/>
                <a:cs typeface="Arial"/>
              </a:defRPr>
            </a:lvl1pPr>
            <a:lvl2pPr algn="l">
              <a:defRPr sz="1050" b="0">
                <a:solidFill>
                  <a:srgbClr val="6E7166"/>
                </a:solidFill>
                <a:latin typeface="Arial"/>
                <a:ea typeface="Arial"/>
                <a:cs typeface="Arial"/>
              </a:defRPr>
            </a:lvl2pPr>
            <a:lvl3pPr algn="l">
              <a:defRPr sz="1050" b="0">
                <a:solidFill>
                  <a:srgbClr val="6E7166"/>
                </a:solidFill>
                <a:latin typeface="Arial"/>
                <a:ea typeface="Arial"/>
                <a:cs typeface="Arial"/>
              </a:defRPr>
            </a:lvl3pPr>
            <a:lvl4pPr algn="l">
              <a:defRPr sz="1050" b="0">
                <a:solidFill>
                  <a:srgbClr val="6E7166"/>
                </a:solidFill>
                <a:latin typeface="Arial"/>
                <a:ea typeface="Arial"/>
                <a:cs typeface="Arial"/>
              </a:defRPr>
            </a:lvl4pPr>
            <a:lvl5pPr algn="l">
              <a:defRPr sz="1050" b="0">
                <a:solidFill>
                  <a:srgbClr val="6E7166"/>
                </a:solidFill>
                <a:latin typeface="Arial"/>
                <a:ea typeface="Arial"/>
                <a:cs typeface="Arial"/>
              </a:defRPr>
            </a:lvl5pPr>
            <a:lvl6pPr algn="l">
              <a:defRPr sz="1050" b="0">
                <a:solidFill>
                  <a:srgbClr val="6E7166"/>
                </a:solidFill>
                <a:latin typeface="Arial"/>
                <a:ea typeface="Arial"/>
                <a:cs typeface="Arial"/>
              </a:defRPr>
            </a:lvl6pPr>
            <a:lvl7pPr algn="l">
              <a:defRPr sz="1050" b="0">
                <a:solidFill>
                  <a:srgbClr val="6E7166"/>
                </a:solidFill>
                <a:latin typeface="Arial"/>
                <a:ea typeface="Arial"/>
                <a:cs typeface="Arial"/>
              </a:defRPr>
            </a:lvl7pPr>
            <a:lvl8pPr algn="l">
              <a:defRPr sz="1050" b="0">
                <a:solidFill>
                  <a:srgbClr val="6E7166"/>
                </a:solidFill>
                <a:latin typeface="Arial"/>
                <a:ea typeface="Arial"/>
                <a:cs typeface="Arial"/>
              </a:defRPr>
            </a:lvl8pPr>
            <a:lvl9pPr algn="l">
              <a:defRPr sz="1050" b="0">
                <a:solidFill>
                  <a:srgbClr val="6E7166"/>
                </a:solidFill>
                <a:latin typeface="Arial"/>
                <a:ea typeface="Arial"/>
                <a:cs typeface="Arial"/>
              </a:defRPr>
            </a:lvl9pPr>
          </a:lstStyle>
          <a:p xmlns:a="http://schemas.openxmlformats.org/drawingml/2006/main">
            <a:pPr algn="l">
              <a:lnSpc>
                <a:spcPct val="105000"/>
              </a:lnSpc>
              <a:buNone/>
              <a:defRPr sz="1050" b="0">
                <a:solidFill>
                  <a:srgbClr val="6E7166"/>
                </a:solidFill>
                <a:latin typeface="Arial"/>
                <a:ea typeface="Arial"/>
                <a:cs typeface="Arial"/>
              </a:defRPr>
            </a:pPr>
            <a:r>
              <a:rPr sz="1050" b="0">
                <a:solidFill>
                  <a:srgbClr val="6E7166"/>
                </a:solidFill>
                <a:latin typeface="Arial"/>
                <a:ea typeface="Arial"/>
                <a:cs typeface="Arial"/>
              </a:rPr>
              <a:t>Horizon 2.0  ·  05</a:t>
            </a:r>
          </a:p>
        </p:txBody>
      </p:sp>
      <p:sp>
        <p:nvSpPr>
          <p:cNvPr id="4" name="cleanup-big">
            <a:extLst xmlns:a="http://schemas.openxmlformats.org/drawingml/2006/main">
              <a:ext uri="{FF2B5EF4-FFF2-40B4-BE49-F238E27FC236}">
                <a16:creationId xmlns:a16="http://schemas.microsoft.com/office/drawing/2014/main" id="{B2366C81-FD24-4987-8A8A-2A2945145F35}"/>
              </a:ext>
            </a:extLst>
          </p:cNvPr>
          <p:cNvSpPr>
            <a:spLocks xmlns:a="http://schemas.openxmlformats.org/drawingml/2006/main" noGrp="1"/>
          </p:cNvSpPr>
          <p:nvPr/>
        </p:nvSpPr>
        <p:spPr>
          <a:xfrm xmlns:a="http://schemas.openxmlformats.org/drawingml/2006/main">
            <a:off x="609600" y="1428750"/>
            <a:ext cx="4476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00" b="1">
                <a:solidFill>
                  <a:srgbClr val="253B30"/>
                </a:solidFill>
                <a:latin typeface="Arial"/>
                <a:ea typeface="Arial"/>
                <a:cs typeface="Arial"/>
              </a:defRPr>
            </a:defPPr>
            <a:lvl1pPr algn="l">
              <a:defRPr sz="3600" b="1">
                <a:solidFill>
                  <a:srgbClr val="253B30"/>
                </a:solidFill>
                <a:latin typeface="Arial"/>
                <a:ea typeface="Arial"/>
                <a:cs typeface="Arial"/>
              </a:defRPr>
            </a:lvl1pPr>
            <a:lvl2pPr algn="l">
              <a:defRPr sz="3600" b="1">
                <a:solidFill>
                  <a:srgbClr val="253B30"/>
                </a:solidFill>
                <a:latin typeface="Arial"/>
                <a:ea typeface="Arial"/>
                <a:cs typeface="Arial"/>
              </a:defRPr>
            </a:lvl2pPr>
            <a:lvl3pPr algn="l">
              <a:defRPr sz="3600" b="1">
                <a:solidFill>
                  <a:srgbClr val="253B30"/>
                </a:solidFill>
                <a:latin typeface="Arial"/>
                <a:ea typeface="Arial"/>
                <a:cs typeface="Arial"/>
              </a:defRPr>
            </a:lvl3pPr>
            <a:lvl4pPr algn="l">
              <a:defRPr sz="3600" b="1">
                <a:solidFill>
                  <a:srgbClr val="253B30"/>
                </a:solidFill>
                <a:latin typeface="Arial"/>
                <a:ea typeface="Arial"/>
                <a:cs typeface="Arial"/>
              </a:defRPr>
            </a:lvl4pPr>
            <a:lvl5pPr algn="l">
              <a:defRPr sz="3600" b="1">
                <a:solidFill>
                  <a:srgbClr val="253B30"/>
                </a:solidFill>
                <a:latin typeface="Arial"/>
                <a:ea typeface="Arial"/>
                <a:cs typeface="Arial"/>
              </a:defRPr>
            </a:lvl5pPr>
            <a:lvl6pPr algn="l">
              <a:defRPr sz="3600" b="1">
                <a:solidFill>
                  <a:srgbClr val="253B30"/>
                </a:solidFill>
                <a:latin typeface="Arial"/>
                <a:ea typeface="Arial"/>
                <a:cs typeface="Arial"/>
              </a:defRPr>
            </a:lvl6pPr>
            <a:lvl7pPr algn="l">
              <a:defRPr sz="3600" b="1">
                <a:solidFill>
                  <a:srgbClr val="253B30"/>
                </a:solidFill>
                <a:latin typeface="Arial"/>
                <a:ea typeface="Arial"/>
                <a:cs typeface="Arial"/>
              </a:defRPr>
            </a:lvl7pPr>
            <a:lvl8pPr algn="l">
              <a:defRPr sz="3600" b="1">
                <a:solidFill>
                  <a:srgbClr val="253B30"/>
                </a:solidFill>
                <a:latin typeface="Arial"/>
                <a:ea typeface="Arial"/>
                <a:cs typeface="Arial"/>
              </a:defRPr>
            </a:lvl8pPr>
            <a:lvl9pPr algn="l">
              <a:defRPr sz="3600" b="1">
                <a:solidFill>
                  <a:srgbClr val="253B30"/>
                </a:solidFill>
                <a:latin typeface="Arial"/>
                <a:ea typeface="Arial"/>
                <a:cs typeface="Arial"/>
              </a:defRPr>
            </a:lvl9pPr>
          </a:lstStyle>
          <a:p xmlns:a="http://schemas.openxmlformats.org/drawingml/2006/main">
            <a:pPr algn="l">
              <a:lnSpc>
                <a:spcPct val="105000"/>
              </a:lnSpc>
              <a:buNone/>
              <a:defRPr sz="3600" b="1">
                <a:solidFill>
                  <a:srgbClr val="253B30"/>
                </a:solidFill>
                <a:latin typeface="Arial"/>
                <a:ea typeface="Arial"/>
                <a:cs typeface="Arial"/>
              </a:defRPr>
            </a:pPr>
            <a:r>
              <a:rPr sz="3600" b="1">
                <a:solidFill>
                  <a:srgbClr val="253B30"/>
                </a:solidFill>
                <a:latin typeface="Arial"/>
                <a:ea typeface="Arial"/>
                <a:cs typeface="Arial"/>
              </a:rPr>
              <a:t>3 accounts</a:t>
            </a:r>
          </a:p>
        </p:txBody>
      </p:sp>
      <p:sp>
        <p:nvSpPr>
          <p:cNvPr id="5" name="cleanup-count-note">
            <a:extLst xmlns:a="http://schemas.openxmlformats.org/drawingml/2006/main">
              <a:ext uri="{FF2B5EF4-FFF2-40B4-BE49-F238E27FC236}">
                <a16:creationId xmlns:a16="http://schemas.microsoft.com/office/drawing/2014/main" id="{A6C40C98-9D2A-4C90-9347-AFD149D40767}"/>
              </a:ext>
            </a:extLst>
          </p:cNvPr>
          <p:cNvSpPr>
            <a:spLocks xmlns:a="http://schemas.openxmlformats.org/drawingml/2006/main" noGrp="1"/>
          </p:cNvSpPr>
          <p:nvPr/>
        </p:nvSpPr>
        <p:spPr>
          <a:xfrm xmlns:a="http://schemas.openxmlformats.org/drawingml/2006/main">
            <a:off x="609600" y="206692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343931"/>
                </a:solidFill>
                <a:latin typeface="Arial"/>
                <a:ea typeface="Arial"/>
                <a:cs typeface="Arial"/>
              </a:defRPr>
            </a:defPPr>
            <a:lvl1pPr algn="l">
              <a:defRPr sz="1500" b="0">
                <a:solidFill>
                  <a:srgbClr val="343931"/>
                </a:solidFill>
                <a:latin typeface="Arial"/>
                <a:ea typeface="Arial"/>
                <a:cs typeface="Arial"/>
              </a:defRPr>
            </a:lvl1pPr>
            <a:lvl2pPr algn="l">
              <a:defRPr sz="1500" b="0">
                <a:solidFill>
                  <a:srgbClr val="343931"/>
                </a:solidFill>
                <a:latin typeface="Arial"/>
                <a:ea typeface="Arial"/>
                <a:cs typeface="Arial"/>
              </a:defRPr>
            </a:lvl2pPr>
            <a:lvl3pPr algn="l">
              <a:defRPr sz="1500" b="0">
                <a:solidFill>
                  <a:srgbClr val="343931"/>
                </a:solidFill>
                <a:latin typeface="Arial"/>
                <a:ea typeface="Arial"/>
                <a:cs typeface="Arial"/>
              </a:defRPr>
            </a:lvl3pPr>
            <a:lvl4pPr algn="l">
              <a:defRPr sz="1500" b="0">
                <a:solidFill>
                  <a:srgbClr val="343931"/>
                </a:solidFill>
                <a:latin typeface="Arial"/>
                <a:ea typeface="Arial"/>
                <a:cs typeface="Arial"/>
              </a:defRPr>
            </a:lvl4pPr>
            <a:lvl5pPr algn="l">
              <a:defRPr sz="1500" b="0">
                <a:solidFill>
                  <a:srgbClr val="343931"/>
                </a:solidFill>
                <a:latin typeface="Arial"/>
                <a:ea typeface="Arial"/>
                <a:cs typeface="Arial"/>
              </a:defRPr>
            </a:lvl5pPr>
            <a:lvl6pPr algn="l">
              <a:defRPr sz="1500" b="0">
                <a:solidFill>
                  <a:srgbClr val="343931"/>
                </a:solidFill>
                <a:latin typeface="Arial"/>
                <a:ea typeface="Arial"/>
                <a:cs typeface="Arial"/>
              </a:defRPr>
            </a:lvl6pPr>
            <a:lvl7pPr algn="l">
              <a:defRPr sz="1500" b="0">
                <a:solidFill>
                  <a:srgbClr val="343931"/>
                </a:solidFill>
                <a:latin typeface="Arial"/>
                <a:ea typeface="Arial"/>
                <a:cs typeface="Arial"/>
              </a:defRPr>
            </a:lvl7pPr>
            <a:lvl8pPr algn="l">
              <a:defRPr sz="1500" b="0">
                <a:solidFill>
                  <a:srgbClr val="343931"/>
                </a:solidFill>
                <a:latin typeface="Arial"/>
                <a:ea typeface="Arial"/>
                <a:cs typeface="Arial"/>
              </a:defRPr>
            </a:lvl8pPr>
            <a:lvl9pPr algn="l">
              <a:defRPr sz="1500" b="0">
                <a:solidFill>
                  <a:srgbClr val="343931"/>
                </a:solidFill>
                <a:latin typeface="Arial"/>
                <a:ea typeface="Arial"/>
                <a:cs typeface="Arial"/>
              </a:defRPr>
            </a:lvl9pPr>
          </a:lstStyle>
          <a:p xmlns:a="http://schemas.openxmlformats.org/drawingml/2006/main">
            <a:pPr algn="l">
              <a:lnSpc>
                <a:spcPct val="105000"/>
              </a:lnSpc>
              <a:buNone/>
              <a:defRPr sz="1500" b="0">
                <a:solidFill>
                  <a:srgbClr val="343931"/>
                </a:solidFill>
                <a:latin typeface="Arial"/>
                <a:ea typeface="Arial"/>
                <a:cs typeface="Arial"/>
              </a:defRPr>
            </a:pPr>
            <a:r>
              <a:rPr sz="1500" b="0">
                <a:solidFill>
                  <a:srgbClr val="343931"/>
                </a:solidFill>
                <a:latin typeface="Arial"/>
                <a:ea typeface="Arial"/>
                <a:cs typeface="Arial"/>
              </a:rPr>
              <a:t>Operator + 2 unclassified accounts retained</a:t>
            </a:r>
          </a:p>
        </p:txBody>
      </p:sp>
      <p:sp>
        <p:nvSpPr>
          <p:cNvPr id="6" name="cleanup-split-a">
            <a:extLst xmlns:a="http://schemas.openxmlformats.org/drawingml/2006/main">
              <a:ext uri="{FF2B5EF4-FFF2-40B4-BE49-F238E27FC236}">
                <a16:creationId xmlns:a16="http://schemas.microsoft.com/office/drawing/2014/main" id="{20F12E4C-8FB1-4E22-98CD-0C1396DA1916}"/>
              </a:ext>
            </a:extLst>
          </p:cNvPr>
          <p:cNvSpPr>
            <a:spLocks xmlns:a="http://schemas.openxmlformats.org/drawingml/2006/main" noGrp="1"/>
          </p:cNvSpPr>
          <p:nvPr/>
        </p:nvSpPr>
        <p:spPr>
          <a:xfrm xmlns:a="http://schemas.openxmlformats.org/drawingml/2006/main">
            <a:off x="609600" y="2609850"/>
            <a:ext cx="4953000" cy="0"/>
          </a:xfrm>
          <a:prstGeom xmlns:a="http://schemas.openxmlformats.org/drawingml/2006/main" prst="line">
            <a:avLst/>
          </a:prstGeom>
          <a:noFill xmlns:a="http://schemas.openxmlformats.org/drawingml/2006/main"/>
          <a:ln xmlns:a="http://schemas.openxmlformats.org/drawingml/2006/main" w="9525">
            <a:solidFill>
              <a:srgbClr val="D5D5C6"/>
            </a:solidFill>
            <a:prstDash val="solid"/>
          </a:ln>
        </p:spPr>
      </p:sp>
      <p:sp>
        <p:nvSpPr>
          <p:cNvPr id="7" name="cleanup-removed-title">
            <a:extLst xmlns:a="http://schemas.openxmlformats.org/drawingml/2006/main">
              <a:ext uri="{FF2B5EF4-FFF2-40B4-BE49-F238E27FC236}">
                <a16:creationId xmlns:a16="http://schemas.microsoft.com/office/drawing/2014/main" id="{C451FD85-D20A-4426-AE1D-A2D753ACC2D1}"/>
              </a:ext>
            </a:extLst>
          </p:cNvPr>
          <p:cNvSpPr>
            <a:spLocks xmlns:a="http://schemas.openxmlformats.org/drawingml/2006/main" noGrp="1"/>
          </p:cNvSpPr>
          <p:nvPr/>
        </p:nvSpPr>
        <p:spPr>
          <a:xfrm xmlns:a="http://schemas.openxmlformats.org/drawingml/2006/main">
            <a:off x="609600" y="2847975"/>
            <a:ext cx="5334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A45232"/>
                </a:solidFill>
                <a:latin typeface="Arial"/>
                <a:ea typeface="Arial"/>
                <a:cs typeface="Arial"/>
              </a:defRPr>
            </a:defPPr>
            <a:lvl1pPr algn="l">
              <a:defRPr sz="1725" b="1">
                <a:solidFill>
                  <a:srgbClr val="A45232"/>
                </a:solidFill>
                <a:latin typeface="Arial"/>
                <a:ea typeface="Arial"/>
                <a:cs typeface="Arial"/>
              </a:defRPr>
            </a:lvl1pPr>
            <a:lvl2pPr algn="l">
              <a:defRPr sz="1725" b="1">
                <a:solidFill>
                  <a:srgbClr val="A45232"/>
                </a:solidFill>
                <a:latin typeface="Arial"/>
                <a:ea typeface="Arial"/>
                <a:cs typeface="Arial"/>
              </a:defRPr>
            </a:lvl2pPr>
            <a:lvl3pPr algn="l">
              <a:defRPr sz="1725" b="1">
                <a:solidFill>
                  <a:srgbClr val="A45232"/>
                </a:solidFill>
                <a:latin typeface="Arial"/>
                <a:ea typeface="Arial"/>
                <a:cs typeface="Arial"/>
              </a:defRPr>
            </a:lvl3pPr>
            <a:lvl4pPr algn="l">
              <a:defRPr sz="1725" b="1">
                <a:solidFill>
                  <a:srgbClr val="A45232"/>
                </a:solidFill>
                <a:latin typeface="Arial"/>
                <a:ea typeface="Arial"/>
                <a:cs typeface="Arial"/>
              </a:defRPr>
            </a:lvl4pPr>
            <a:lvl5pPr algn="l">
              <a:defRPr sz="1725" b="1">
                <a:solidFill>
                  <a:srgbClr val="A45232"/>
                </a:solidFill>
                <a:latin typeface="Arial"/>
                <a:ea typeface="Arial"/>
                <a:cs typeface="Arial"/>
              </a:defRPr>
            </a:lvl5pPr>
            <a:lvl6pPr algn="l">
              <a:defRPr sz="1725" b="1">
                <a:solidFill>
                  <a:srgbClr val="A45232"/>
                </a:solidFill>
                <a:latin typeface="Arial"/>
                <a:ea typeface="Arial"/>
                <a:cs typeface="Arial"/>
              </a:defRPr>
            </a:lvl6pPr>
            <a:lvl7pPr algn="l">
              <a:defRPr sz="1725" b="1">
                <a:solidFill>
                  <a:srgbClr val="A45232"/>
                </a:solidFill>
                <a:latin typeface="Arial"/>
                <a:ea typeface="Arial"/>
                <a:cs typeface="Arial"/>
              </a:defRPr>
            </a:lvl7pPr>
            <a:lvl8pPr algn="l">
              <a:defRPr sz="1725" b="1">
                <a:solidFill>
                  <a:srgbClr val="A45232"/>
                </a:solidFill>
                <a:latin typeface="Arial"/>
                <a:ea typeface="Arial"/>
                <a:cs typeface="Arial"/>
              </a:defRPr>
            </a:lvl8pPr>
            <a:lvl9pPr algn="l">
              <a:defRPr sz="1725" b="1">
                <a:solidFill>
                  <a:srgbClr val="A45232"/>
                </a:solidFill>
                <a:latin typeface="Arial"/>
                <a:ea typeface="Arial"/>
                <a:cs typeface="Arial"/>
              </a:defRPr>
            </a:lvl9pPr>
          </a:lstStyle>
          <a:p xmlns:a="http://schemas.openxmlformats.org/drawingml/2006/main">
            <a:pPr algn="l">
              <a:lnSpc>
                <a:spcPct val="105000"/>
              </a:lnSpc>
              <a:buNone/>
              <a:defRPr sz="1725" b="1">
                <a:solidFill>
                  <a:srgbClr val="A45232"/>
                </a:solidFill>
                <a:latin typeface="Arial"/>
                <a:ea typeface="Arial"/>
                <a:cs typeface="Arial"/>
              </a:defRPr>
            </a:pPr>
            <a:r>
              <a:rPr sz="1725" b="1">
                <a:solidFill>
                  <a:srgbClr val="A45232"/>
                </a:solidFill>
                <a:latin typeface="Arial"/>
                <a:ea typeface="Arial"/>
                <a:cs typeface="Arial"/>
              </a:rPr>
              <a:t>Synthetic test residue removed</a:t>
            </a:r>
          </a:p>
        </p:txBody>
      </p:sp>
      <p:sp>
        <p:nvSpPr>
          <p:cNvPr id="8" name="cleanup-removed-body">
            <a:extLst xmlns:a="http://schemas.openxmlformats.org/drawingml/2006/main">
              <a:ext uri="{FF2B5EF4-FFF2-40B4-BE49-F238E27FC236}">
                <a16:creationId xmlns:a16="http://schemas.microsoft.com/office/drawing/2014/main" id="{97DCB7B6-B443-4F8C-9F20-4A2349D35D32}"/>
              </a:ext>
            </a:extLst>
          </p:cNvPr>
          <p:cNvSpPr>
            <a:spLocks xmlns:a="http://schemas.openxmlformats.org/drawingml/2006/main" noGrp="1"/>
          </p:cNvSpPr>
          <p:nvPr/>
        </p:nvSpPr>
        <p:spPr>
          <a:xfrm xmlns:a="http://schemas.openxmlformats.org/drawingml/2006/main">
            <a:off x="609600" y="3305175"/>
            <a:ext cx="51435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343931"/>
                </a:solidFill>
                <a:latin typeface="Arial"/>
                <a:ea typeface="Arial"/>
                <a:cs typeface="Arial"/>
              </a:defRPr>
            </a:defPPr>
            <a:lvl1pPr algn="l">
              <a:defRPr sz="1425" b="0">
                <a:solidFill>
                  <a:srgbClr val="343931"/>
                </a:solidFill>
                <a:latin typeface="Arial"/>
                <a:ea typeface="Arial"/>
                <a:cs typeface="Arial"/>
              </a:defRPr>
            </a:lvl1pPr>
            <a:lvl2pPr algn="l">
              <a:defRPr sz="1425" b="0">
                <a:solidFill>
                  <a:srgbClr val="343931"/>
                </a:solidFill>
                <a:latin typeface="Arial"/>
                <a:ea typeface="Arial"/>
                <a:cs typeface="Arial"/>
              </a:defRPr>
            </a:lvl2pPr>
            <a:lvl3pPr algn="l">
              <a:defRPr sz="1425" b="0">
                <a:solidFill>
                  <a:srgbClr val="343931"/>
                </a:solidFill>
                <a:latin typeface="Arial"/>
                <a:ea typeface="Arial"/>
                <a:cs typeface="Arial"/>
              </a:defRPr>
            </a:lvl3pPr>
            <a:lvl4pPr algn="l">
              <a:defRPr sz="1425" b="0">
                <a:solidFill>
                  <a:srgbClr val="343931"/>
                </a:solidFill>
                <a:latin typeface="Arial"/>
                <a:ea typeface="Arial"/>
                <a:cs typeface="Arial"/>
              </a:defRPr>
            </a:lvl4pPr>
            <a:lvl5pPr algn="l">
              <a:defRPr sz="1425" b="0">
                <a:solidFill>
                  <a:srgbClr val="343931"/>
                </a:solidFill>
                <a:latin typeface="Arial"/>
                <a:ea typeface="Arial"/>
                <a:cs typeface="Arial"/>
              </a:defRPr>
            </a:lvl5pPr>
            <a:lvl6pPr algn="l">
              <a:defRPr sz="1425" b="0">
                <a:solidFill>
                  <a:srgbClr val="343931"/>
                </a:solidFill>
                <a:latin typeface="Arial"/>
                <a:ea typeface="Arial"/>
                <a:cs typeface="Arial"/>
              </a:defRPr>
            </a:lvl6pPr>
            <a:lvl7pPr algn="l">
              <a:defRPr sz="1425" b="0">
                <a:solidFill>
                  <a:srgbClr val="343931"/>
                </a:solidFill>
                <a:latin typeface="Arial"/>
                <a:ea typeface="Arial"/>
                <a:cs typeface="Arial"/>
              </a:defRPr>
            </a:lvl7pPr>
            <a:lvl8pPr algn="l">
              <a:defRPr sz="1425" b="0">
                <a:solidFill>
                  <a:srgbClr val="343931"/>
                </a:solidFill>
                <a:latin typeface="Arial"/>
                <a:ea typeface="Arial"/>
                <a:cs typeface="Arial"/>
              </a:defRPr>
            </a:lvl8pPr>
            <a:lvl9pPr algn="l">
              <a:defRPr sz="1425" b="0">
                <a:solidFill>
                  <a:srgbClr val="343931"/>
                </a:solidFill>
                <a:latin typeface="Arial"/>
                <a:ea typeface="Arial"/>
                <a:cs typeface="Arial"/>
              </a:defRPr>
            </a:lvl9pPr>
          </a:lstStyle>
          <a:p xmlns:a="http://schemas.openxmlformats.org/drawingml/2006/main">
            <a:pPr algn="l">
              <a:lnSpc>
                <a:spcPct val="105000"/>
              </a:lnSpc>
              <a:buNone/>
              <a:defRPr sz="1425" b="0">
                <a:solidFill>
                  <a:srgbClr val="343931"/>
                </a:solidFill>
                <a:latin typeface="Arial"/>
                <a:ea typeface="Arial"/>
                <a:cs typeface="Arial"/>
              </a:defRPr>
            </a:pPr>
            <a:r>
              <a:rPr sz="1425" b="0">
                <a:solidFill>
                  <a:srgbClr val="343931"/>
                </a:solidFill>
                <a:latin typeface="Arial"/>
                <a:ea typeface="Arial"/>
                <a:cs typeface="Arial"/>
              </a:rPr>
              <a:t>1 documented E2E account · 2 synthetic lessons · 5 resources · 10 chunks · 4 tutor exchanges · 3 quizzes · 2 progress rows · 1 note · 7 Storage objects</a:t>
            </a:r>
          </a:p>
        </p:txBody>
      </p:sp>
      <p:sp>
        <p:nvSpPr>
          <p:cNvPr id="9" name="cleanup-removed-backup">
            <a:extLst xmlns:a="http://schemas.openxmlformats.org/drawingml/2006/main">
              <a:ext uri="{FF2B5EF4-FFF2-40B4-BE49-F238E27FC236}">
                <a16:creationId xmlns:a16="http://schemas.microsoft.com/office/drawing/2014/main" id="{74E334A7-AED3-4AD9-BDD2-0A8E462B8665}"/>
              </a:ext>
            </a:extLst>
          </p:cNvPr>
          <p:cNvSpPr>
            <a:spLocks xmlns:a="http://schemas.openxmlformats.org/drawingml/2006/main" noGrp="1"/>
          </p:cNvSpPr>
          <p:nvPr/>
        </p:nvSpPr>
        <p:spPr>
          <a:xfrm xmlns:a="http://schemas.openxmlformats.org/drawingml/2006/main">
            <a:off x="609600" y="4667250"/>
            <a:ext cx="5143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6E7166"/>
                </a:solidFill>
                <a:latin typeface="Arial"/>
                <a:ea typeface="Arial"/>
                <a:cs typeface="Arial"/>
              </a:defRPr>
            </a:defPPr>
            <a:lvl1pPr algn="l">
              <a:defRPr sz="1350" b="0">
                <a:solidFill>
                  <a:srgbClr val="6E7166"/>
                </a:solidFill>
                <a:latin typeface="Arial"/>
                <a:ea typeface="Arial"/>
                <a:cs typeface="Arial"/>
              </a:defRPr>
            </a:lvl1pPr>
            <a:lvl2pPr algn="l">
              <a:defRPr sz="1350" b="0">
                <a:solidFill>
                  <a:srgbClr val="6E7166"/>
                </a:solidFill>
                <a:latin typeface="Arial"/>
                <a:ea typeface="Arial"/>
                <a:cs typeface="Arial"/>
              </a:defRPr>
            </a:lvl2pPr>
            <a:lvl3pPr algn="l">
              <a:defRPr sz="1350" b="0">
                <a:solidFill>
                  <a:srgbClr val="6E7166"/>
                </a:solidFill>
                <a:latin typeface="Arial"/>
                <a:ea typeface="Arial"/>
                <a:cs typeface="Arial"/>
              </a:defRPr>
            </a:lvl3pPr>
            <a:lvl4pPr algn="l">
              <a:defRPr sz="1350" b="0">
                <a:solidFill>
                  <a:srgbClr val="6E7166"/>
                </a:solidFill>
                <a:latin typeface="Arial"/>
                <a:ea typeface="Arial"/>
                <a:cs typeface="Arial"/>
              </a:defRPr>
            </a:lvl4pPr>
            <a:lvl5pPr algn="l">
              <a:defRPr sz="1350" b="0">
                <a:solidFill>
                  <a:srgbClr val="6E7166"/>
                </a:solidFill>
                <a:latin typeface="Arial"/>
                <a:ea typeface="Arial"/>
                <a:cs typeface="Arial"/>
              </a:defRPr>
            </a:lvl5pPr>
            <a:lvl6pPr algn="l">
              <a:defRPr sz="1350" b="0">
                <a:solidFill>
                  <a:srgbClr val="6E7166"/>
                </a:solidFill>
                <a:latin typeface="Arial"/>
                <a:ea typeface="Arial"/>
                <a:cs typeface="Arial"/>
              </a:defRPr>
            </a:lvl6pPr>
            <a:lvl7pPr algn="l">
              <a:defRPr sz="1350" b="0">
                <a:solidFill>
                  <a:srgbClr val="6E7166"/>
                </a:solidFill>
                <a:latin typeface="Arial"/>
                <a:ea typeface="Arial"/>
                <a:cs typeface="Arial"/>
              </a:defRPr>
            </a:lvl7pPr>
            <a:lvl8pPr algn="l">
              <a:defRPr sz="1350" b="0">
                <a:solidFill>
                  <a:srgbClr val="6E7166"/>
                </a:solidFill>
                <a:latin typeface="Arial"/>
                <a:ea typeface="Arial"/>
                <a:cs typeface="Arial"/>
              </a:defRPr>
            </a:lvl8pPr>
            <a:lvl9pPr algn="l">
              <a:defRPr sz="1350" b="0">
                <a:solidFill>
                  <a:srgbClr val="6E7166"/>
                </a:solidFill>
                <a:latin typeface="Arial"/>
                <a:ea typeface="Arial"/>
                <a:cs typeface="Arial"/>
              </a:defRPr>
            </a:lvl9pPr>
          </a:lstStyle>
          <a:p xmlns:a="http://schemas.openxmlformats.org/drawingml/2006/main">
            <a:pPr algn="l">
              <a:lnSpc>
                <a:spcPct val="105000"/>
              </a:lnSpc>
              <a:buNone/>
              <a:defRPr sz="1350" b="0">
                <a:solidFill>
                  <a:srgbClr val="6E7166"/>
                </a:solidFill>
                <a:latin typeface="Arial"/>
                <a:ea typeface="Arial"/>
                <a:cs typeface="Arial"/>
              </a:defRPr>
            </a:pPr>
            <a:r>
              <a:rPr sz="1350" b="0">
                <a:solidFill>
                  <a:srgbClr val="6E7166"/>
                </a:solidFill>
                <a:latin typeface="Arial"/>
                <a:ea typeface="Arial"/>
                <a:cs typeface="Arial"/>
              </a:rPr>
              <a:t>Database rows and 6.89 MB of files backed up locally with SHA-256 manifest.</a:t>
            </a:r>
          </a:p>
        </p:txBody>
      </p:sp>
      <p:sp>
        <p:nvSpPr>
          <p:cNvPr id="10" name="cleanup-split-b">
            <a:extLst xmlns:a="http://schemas.openxmlformats.org/drawingml/2006/main">
              <a:ext uri="{FF2B5EF4-FFF2-40B4-BE49-F238E27FC236}">
                <a16:creationId xmlns:a16="http://schemas.microsoft.com/office/drawing/2014/main" id="{392B43D0-5203-4156-AA79-CCED55B0E470}"/>
              </a:ext>
            </a:extLst>
          </p:cNvPr>
          <p:cNvSpPr>
            <a:spLocks xmlns:a="http://schemas.openxmlformats.org/drawingml/2006/main" noGrp="1"/>
          </p:cNvSpPr>
          <p:nvPr/>
        </p:nvSpPr>
        <p:spPr>
          <a:xfrm xmlns:a="http://schemas.openxmlformats.org/drawingml/2006/main">
            <a:off x="6115050" y="1438275"/>
            <a:ext cx="0" cy="0"/>
          </a:xfrm>
          <a:prstGeom xmlns:a="http://schemas.openxmlformats.org/drawingml/2006/main" prst="line">
            <a:avLst/>
          </a:prstGeom>
          <a:noFill xmlns:a="http://schemas.openxmlformats.org/drawingml/2006/main"/>
          <a:ln xmlns:a="http://schemas.openxmlformats.org/drawingml/2006/main" w="9525">
            <a:solidFill>
              <a:srgbClr val="D5D5C6"/>
            </a:solidFill>
            <a:prstDash val="solid"/>
          </a:ln>
        </p:spPr>
      </p:sp>
      <p:sp>
        <p:nvSpPr>
          <p:cNvPr id="11" name="cleanup-kept-title">
            <a:extLst xmlns:a="http://schemas.openxmlformats.org/drawingml/2006/main">
              <a:ext uri="{FF2B5EF4-FFF2-40B4-BE49-F238E27FC236}">
                <a16:creationId xmlns:a16="http://schemas.microsoft.com/office/drawing/2014/main" id="{4F20618C-65F6-4C15-BC09-0CA9386A24A7}"/>
              </a:ext>
            </a:extLst>
          </p:cNvPr>
          <p:cNvSpPr>
            <a:spLocks xmlns:a="http://schemas.openxmlformats.org/drawingml/2006/main" noGrp="1"/>
          </p:cNvSpPr>
          <p:nvPr/>
        </p:nvSpPr>
        <p:spPr>
          <a:xfrm xmlns:a="http://schemas.openxmlformats.org/drawingml/2006/main">
            <a:off x="6572250" y="15240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253B30"/>
                </a:solidFill>
                <a:latin typeface="Arial"/>
                <a:ea typeface="Arial"/>
                <a:cs typeface="Arial"/>
              </a:defRPr>
            </a:defPPr>
            <a:lvl1pPr algn="l">
              <a:defRPr sz="1725" b="1">
                <a:solidFill>
                  <a:srgbClr val="253B30"/>
                </a:solidFill>
                <a:latin typeface="Arial"/>
                <a:ea typeface="Arial"/>
                <a:cs typeface="Arial"/>
              </a:defRPr>
            </a:lvl1pPr>
            <a:lvl2pPr algn="l">
              <a:defRPr sz="1725" b="1">
                <a:solidFill>
                  <a:srgbClr val="253B30"/>
                </a:solidFill>
                <a:latin typeface="Arial"/>
                <a:ea typeface="Arial"/>
                <a:cs typeface="Arial"/>
              </a:defRPr>
            </a:lvl2pPr>
            <a:lvl3pPr algn="l">
              <a:defRPr sz="1725" b="1">
                <a:solidFill>
                  <a:srgbClr val="253B30"/>
                </a:solidFill>
                <a:latin typeface="Arial"/>
                <a:ea typeface="Arial"/>
                <a:cs typeface="Arial"/>
              </a:defRPr>
            </a:lvl3pPr>
            <a:lvl4pPr algn="l">
              <a:defRPr sz="1725" b="1">
                <a:solidFill>
                  <a:srgbClr val="253B30"/>
                </a:solidFill>
                <a:latin typeface="Arial"/>
                <a:ea typeface="Arial"/>
                <a:cs typeface="Arial"/>
              </a:defRPr>
            </a:lvl4pPr>
            <a:lvl5pPr algn="l">
              <a:defRPr sz="1725" b="1">
                <a:solidFill>
                  <a:srgbClr val="253B30"/>
                </a:solidFill>
                <a:latin typeface="Arial"/>
                <a:ea typeface="Arial"/>
                <a:cs typeface="Arial"/>
              </a:defRPr>
            </a:lvl5pPr>
            <a:lvl6pPr algn="l">
              <a:defRPr sz="1725" b="1">
                <a:solidFill>
                  <a:srgbClr val="253B30"/>
                </a:solidFill>
                <a:latin typeface="Arial"/>
                <a:ea typeface="Arial"/>
                <a:cs typeface="Arial"/>
              </a:defRPr>
            </a:lvl6pPr>
            <a:lvl7pPr algn="l">
              <a:defRPr sz="1725" b="1">
                <a:solidFill>
                  <a:srgbClr val="253B30"/>
                </a:solidFill>
                <a:latin typeface="Arial"/>
                <a:ea typeface="Arial"/>
                <a:cs typeface="Arial"/>
              </a:defRPr>
            </a:lvl7pPr>
            <a:lvl8pPr algn="l">
              <a:defRPr sz="1725" b="1">
                <a:solidFill>
                  <a:srgbClr val="253B30"/>
                </a:solidFill>
                <a:latin typeface="Arial"/>
                <a:ea typeface="Arial"/>
                <a:cs typeface="Arial"/>
              </a:defRPr>
            </a:lvl8pPr>
            <a:lvl9pPr algn="l">
              <a:defRPr sz="1725" b="1">
                <a:solidFill>
                  <a:srgbClr val="253B30"/>
                </a:solidFill>
                <a:latin typeface="Arial"/>
                <a:ea typeface="Arial"/>
                <a:cs typeface="Arial"/>
              </a:defRPr>
            </a:lvl9pPr>
          </a:lstStyle>
          <a:p xmlns:a="http://schemas.openxmlformats.org/drawingml/2006/main">
            <a:pPr algn="l">
              <a:lnSpc>
                <a:spcPct val="105000"/>
              </a:lnSpc>
              <a:buNone/>
              <a:defRPr sz="1725" b="1">
                <a:solidFill>
                  <a:srgbClr val="253B30"/>
                </a:solidFill>
                <a:latin typeface="Arial"/>
                <a:ea typeface="Arial"/>
                <a:cs typeface="Arial"/>
              </a:defRPr>
            </a:pPr>
            <a:r>
              <a:rPr sz="1725" b="1">
                <a:solidFill>
                  <a:srgbClr val="253B30"/>
                </a:solidFill>
                <a:latin typeface="Arial"/>
                <a:ea typeface="Arial"/>
                <a:cs typeface="Arial"/>
              </a:rPr>
              <a:t>Reference data preserved</a:t>
            </a:r>
          </a:p>
        </p:txBody>
      </p:sp>
      <p:sp>
        <p:nvSpPr>
          <p:cNvPr id="12" name="cleanup-kept-body">
            <a:extLst xmlns:a="http://schemas.openxmlformats.org/drawingml/2006/main">
              <a:ext uri="{FF2B5EF4-FFF2-40B4-BE49-F238E27FC236}">
                <a16:creationId xmlns:a16="http://schemas.microsoft.com/office/drawing/2014/main" id="{1A8FB214-56B2-418E-A29F-F813BD6DB85C}"/>
              </a:ext>
            </a:extLst>
          </p:cNvPr>
          <p:cNvSpPr>
            <a:spLocks xmlns:a="http://schemas.openxmlformats.org/drawingml/2006/main" noGrp="1"/>
          </p:cNvSpPr>
          <p:nvPr/>
        </p:nvSpPr>
        <p:spPr>
          <a:xfrm xmlns:a="http://schemas.openxmlformats.org/drawingml/2006/main">
            <a:off x="6572250" y="1971675"/>
            <a:ext cx="46863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343931"/>
                </a:solidFill>
                <a:latin typeface="Arial"/>
                <a:ea typeface="Arial"/>
                <a:cs typeface="Arial"/>
              </a:defRPr>
            </a:defPPr>
            <a:lvl1pPr algn="l">
              <a:defRPr sz="1500" b="0">
                <a:solidFill>
                  <a:srgbClr val="343931"/>
                </a:solidFill>
                <a:latin typeface="Arial"/>
                <a:ea typeface="Arial"/>
                <a:cs typeface="Arial"/>
              </a:defRPr>
            </a:lvl1pPr>
            <a:lvl2pPr algn="l">
              <a:defRPr sz="1500" b="0">
                <a:solidFill>
                  <a:srgbClr val="343931"/>
                </a:solidFill>
                <a:latin typeface="Arial"/>
                <a:ea typeface="Arial"/>
                <a:cs typeface="Arial"/>
              </a:defRPr>
            </a:lvl2pPr>
            <a:lvl3pPr algn="l">
              <a:defRPr sz="1500" b="0">
                <a:solidFill>
                  <a:srgbClr val="343931"/>
                </a:solidFill>
                <a:latin typeface="Arial"/>
                <a:ea typeface="Arial"/>
                <a:cs typeface="Arial"/>
              </a:defRPr>
            </a:lvl3pPr>
            <a:lvl4pPr algn="l">
              <a:defRPr sz="1500" b="0">
                <a:solidFill>
                  <a:srgbClr val="343931"/>
                </a:solidFill>
                <a:latin typeface="Arial"/>
                <a:ea typeface="Arial"/>
                <a:cs typeface="Arial"/>
              </a:defRPr>
            </a:lvl4pPr>
            <a:lvl5pPr algn="l">
              <a:defRPr sz="1500" b="0">
                <a:solidFill>
                  <a:srgbClr val="343931"/>
                </a:solidFill>
                <a:latin typeface="Arial"/>
                <a:ea typeface="Arial"/>
                <a:cs typeface="Arial"/>
              </a:defRPr>
            </a:lvl5pPr>
            <a:lvl6pPr algn="l">
              <a:defRPr sz="1500" b="0">
                <a:solidFill>
                  <a:srgbClr val="343931"/>
                </a:solidFill>
                <a:latin typeface="Arial"/>
                <a:ea typeface="Arial"/>
                <a:cs typeface="Arial"/>
              </a:defRPr>
            </a:lvl6pPr>
            <a:lvl7pPr algn="l">
              <a:defRPr sz="1500" b="0">
                <a:solidFill>
                  <a:srgbClr val="343931"/>
                </a:solidFill>
                <a:latin typeface="Arial"/>
                <a:ea typeface="Arial"/>
                <a:cs typeface="Arial"/>
              </a:defRPr>
            </a:lvl7pPr>
            <a:lvl8pPr algn="l">
              <a:defRPr sz="1500" b="0">
                <a:solidFill>
                  <a:srgbClr val="343931"/>
                </a:solidFill>
                <a:latin typeface="Arial"/>
                <a:ea typeface="Arial"/>
                <a:cs typeface="Arial"/>
              </a:defRPr>
            </a:lvl8pPr>
            <a:lvl9pPr algn="l">
              <a:defRPr sz="1500" b="0">
                <a:solidFill>
                  <a:srgbClr val="343931"/>
                </a:solidFill>
                <a:latin typeface="Arial"/>
                <a:ea typeface="Arial"/>
                <a:cs typeface="Arial"/>
              </a:defRPr>
            </a:lvl9pPr>
          </a:lstStyle>
          <a:p xmlns:a="http://schemas.openxmlformats.org/drawingml/2006/main">
            <a:pPr algn="l">
              <a:lnSpc>
                <a:spcPct val="105000"/>
              </a:lnSpc>
              <a:buNone/>
              <a:defRPr sz="1500" b="0">
                <a:solidFill>
                  <a:srgbClr val="343931"/>
                </a:solidFill>
                <a:latin typeface="Arial"/>
                <a:ea typeface="Arial"/>
                <a:cs typeface="Arial"/>
              </a:defRPr>
            </a:pPr>
            <a:r>
              <a:rPr sz="1500" b="0">
                <a:solidFill>
                  <a:srgbClr val="343931"/>
                </a:solidFill>
                <a:latin typeface="Arial"/>
                <a:ea typeface="Arial"/>
                <a:cs typeface="Arial"/>
              </a:rPr>
              <a:t>2 demo courses · 15 lessons</a:t>
            </a:r>
          </a:p>
          <a:p xmlns:a="http://schemas.openxmlformats.org/drawingml/2006/main">
            <a:pPr algn="l">
              <a:lnSpc>
                <a:spcPct val="105000"/>
              </a:lnSpc>
              <a:buNone/>
              <a:defRPr sz="1500" b="0">
                <a:solidFill>
                  <a:srgbClr val="343931"/>
                </a:solidFill>
                <a:latin typeface="Arial"/>
                <a:ea typeface="Arial"/>
                <a:cs typeface="Arial"/>
              </a:defRPr>
            </a:pPr>
            <a:r>
              <a:rPr sz="1500" b="0">
                <a:solidFill>
                  <a:srgbClr val="343931"/>
                </a:solidFill>
                <a:latin typeface="Arial"/>
                <a:ea typeface="Arial"/>
                <a:cs typeface="Arial"/>
              </a:rPr>
              <a:t>“Ellipse” lesson retained</a:t>
            </a:r>
          </a:p>
          <a:p xmlns:a="http://schemas.openxmlformats.org/drawingml/2006/main">
            <a:pPr algn="l">
              <a:lnSpc>
                <a:spcPct val="105000"/>
              </a:lnSpc>
              <a:buNone/>
              <a:defRPr sz="1500" b="0">
                <a:solidFill>
                  <a:srgbClr val="343931"/>
                </a:solidFill>
                <a:latin typeface="Arial"/>
                <a:ea typeface="Arial"/>
                <a:cs typeface="Arial"/>
              </a:defRPr>
            </a:pPr>
            <a:r>
              <a:rPr sz="1500" b="0">
                <a:solidFill>
                  <a:srgbClr val="343931"/>
                </a:solidFill>
                <a:latin typeface="Arial"/>
                <a:ea typeface="Arial"/>
                <a:cs typeface="Arial"/>
              </a:rPr>
              <a:t>13/13 public tables still have RLS</a:t>
            </a:r>
          </a:p>
          <a:p xmlns:a="http://schemas.openxmlformats.org/drawingml/2006/main">
            <a:pPr algn="l">
              <a:lnSpc>
                <a:spcPct val="105000"/>
              </a:lnSpc>
              <a:buNone/>
              <a:defRPr sz="1500" b="0">
                <a:solidFill>
                  <a:srgbClr val="343931"/>
                </a:solidFill>
                <a:latin typeface="Arial"/>
                <a:ea typeface="Arial"/>
                <a:cs typeface="Arial"/>
              </a:defRPr>
            </a:pPr>
            <a:r>
              <a:rPr sz="1500" b="0">
                <a:solidFill>
                  <a:srgbClr val="343931"/>
                </a:solidFill>
                <a:latin typeface="Arial"/>
                <a:ea typeface="Arial"/>
                <a:cs typeface="Arial"/>
              </a:rPr>
              <a:t>10 remote migrations unchanged</a:t>
            </a:r>
          </a:p>
        </p:txBody>
      </p:sp>
      <p:sp>
        <p:nvSpPr>
          <p:cNvPr id="13" name="cleanup-split-c">
            <a:extLst xmlns:a="http://schemas.openxmlformats.org/drawingml/2006/main">
              <a:ext uri="{FF2B5EF4-FFF2-40B4-BE49-F238E27FC236}">
                <a16:creationId xmlns:a16="http://schemas.microsoft.com/office/drawing/2014/main" id="{DC54EE9E-F222-448C-B402-D2F8E4E2D428}"/>
              </a:ext>
            </a:extLst>
          </p:cNvPr>
          <p:cNvSpPr>
            <a:spLocks xmlns:a="http://schemas.openxmlformats.org/drawingml/2006/main" noGrp="1"/>
          </p:cNvSpPr>
          <p:nvPr/>
        </p:nvSpPr>
        <p:spPr>
          <a:xfrm xmlns:a="http://schemas.openxmlformats.org/drawingml/2006/main">
            <a:off x="6572250" y="3676650"/>
            <a:ext cx="4667250" cy="0"/>
          </a:xfrm>
          <a:prstGeom xmlns:a="http://schemas.openxmlformats.org/drawingml/2006/main" prst="line">
            <a:avLst/>
          </a:prstGeom>
          <a:noFill xmlns:a="http://schemas.openxmlformats.org/drawingml/2006/main"/>
          <a:ln xmlns:a="http://schemas.openxmlformats.org/drawingml/2006/main" w="9525">
            <a:solidFill>
              <a:srgbClr val="D5D5C6"/>
            </a:solidFill>
            <a:prstDash val="solid"/>
          </a:ln>
        </p:spPr>
      </p:sp>
      <p:sp>
        <p:nvSpPr>
          <p:cNvPr id="14" name="cleanup-open-title">
            <a:extLst xmlns:a="http://schemas.openxmlformats.org/drawingml/2006/main">
              <a:ext uri="{FF2B5EF4-FFF2-40B4-BE49-F238E27FC236}">
                <a16:creationId xmlns:a16="http://schemas.microsoft.com/office/drawing/2014/main" id="{FB68057E-78D7-46BC-80BE-D466486B0684}"/>
              </a:ext>
            </a:extLst>
          </p:cNvPr>
          <p:cNvSpPr>
            <a:spLocks xmlns:a="http://schemas.openxmlformats.org/drawingml/2006/main" noGrp="1"/>
          </p:cNvSpPr>
          <p:nvPr/>
        </p:nvSpPr>
        <p:spPr>
          <a:xfrm xmlns:a="http://schemas.openxmlformats.org/drawingml/2006/main">
            <a:off x="6572250" y="3933825"/>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A45232"/>
                </a:solidFill>
                <a:latin typeface="Arial"/>
                <a:ea typeface="Arial"/>
                <a:cs typeface="Arial"/>
              </a:defRPr>
            </a:defPPr>
            <a:lvl1pPr algn="l">
              <a:defRPr sz="1725" b="1">
                <a:solidFill>
                  <a:srgbClr val="A45232"/>
                </a:solidFill>
                <a:latin typeface="Arial"/>
                <a:ea typeface="Arial"/>
                <a:cs typeface="Arial"/>
              </a:defRPr>
            </a:lvl1pPr>
            <a:lvl2pPr algn="l">
              <a:defRPr sz="1725" b="1">
                <a:solidFill>
                  <a:srgbClr val="A45232"/>
                </a:solidFill>
                <a:latin typeface="Arial"/>
                <a:ea typeface="Arial"/>
                <a:cs typeface="Arial"/>
              </a:defRPr>
            </a:lvl2pPr>
            <a:lvl3pPr algn="l">
              <a:defRPr sz="1725" b="1">
                <a:solidFill>
                  <a:srgbClr val="A45232"/>
                </a:solidFill>
                <a:latin typeface="Arial"/>
                <a:ea typeface="Arial"/>
                <a:cs typeface="Arial"/>
              </a:defRPr>
            </a:lvl3pPr>
            <a:lvl4pPr algn="l">
              <a:defRPr sz="1725" b="1">
                <a:solidFill>
                  <a:srgbClr val="A45232"/>
                </a:solidFill>
                <a:latin typeface="Arial"/>
                <a:ea typeface="Arial"/>
                <a:cs typeface="Arial"/>
              </a:defRPr>
            </a:lvl4pPr>
            <a:lvl5pPr algn="l">
              <a:defRPr sz="1725" b="1">
                <a:solidFill>
                  <a:srgbClr val="A45232"/>
                </a:solidFill>
                <a:latin typeface="Arial"/>
                <a:ea typeface="Arial"/>
                <a:cs typeface="Arial"/>
              </a:defRPr>
            </a:lvl5pPr>
            <a:lvl6pPr algn="l">
              <a:defRPr sz="1725" b="1">
                <a:solidFill>
                  <a:srgbClr val="A45232"/>
                </a:solidFill>
                <a:latin typeface="Arial"/>
                <a:ea typeface="Arial"/>
                <a:cs typeface="Arial"/>
              </a:defRPr>
            </a:lvl6pPr>
            <a:lvl7pPr algn="l">
              <a:defRPr sz="1725" b="1">
                <a:solidFill>
                  <a:srgbClr val="A45232"/>
                </a:solidFill>
                <a:latin typeface="Arial"/>
                <a:ea typeface="Arial"/>
                <a:cs typeface="Arial"/>
              </a:defRPr>
            </a:lvl7pPr>
            <a:lvl8pPr algn="l">
              <a:defRPr sz="1725" b="1">
                <a:solidFill>
                  <a:srgbClr val="A45232"/>
                </a:solidFill>
                <a:latin typeface="Arial"/>
                <a:ea typeface="Arial"/>
                <a:cs typeface="Arial"/>
              </a:defRPr>
            </a:lvl8pPr>
            <a:lvl9pPr algn="l">
              <a:defRPr sz="1725" b="1">
                <a:solidFill>
                  <a:srgbClr val="A45232"/>
                </a:solidFill>
                <a:latin typeface="Arial"/>
                <a:ea typeface="Arial"/>
                <a:cs typeface="Arial"/>
              </a:defRPr>
            </a:lvl9pPr>
          </a:lstStyle>
          <a:p xmlns:a="http://schemas.openxmlformats.org/drawingml/2006/main">
            <a:pPr algn="l">
              <a:lnSpc>
                <a:spcPct val="105000"/>
              </a:lnSpc>
              <a:buNone/>
              <a:defRPr sz="1725" b="1">
                <a:solidFill>
                  <a:srgbClr val="A45232"/>
                </a:solidFill>
                <a:latin typeface="Arial"/>
                <a:ea typeface="Arial"/>
                <a:cs typeface="Arial"/>
              </a:defRPr>
            </a:pPr>
            <a:r>
              <a:rPr sz="1725" b="1">
                <a:solidFill>
                  <a:srgbClr val="A45232"/>
                </a:solidFill>
                <a:latin typeface="Arial"/>
                <a:ea typeface="Arial"/>
                <a:cs typeface="Arial"/>
              </a:rPr>
              <a:t>Release still gated</a:t>
            </a:r>
          </a:p>
        </p:txBody>
      </p:sp>
      <p:sp>
        <p:nvSpPr>
          <p:cNvPr id="15" name="cleanup-open-body">
            <a:extLst xmlns:a="http://schemas.openxmlformats.org/drawingml/2006/main">
              <a:ext uri="{FF2B5EF4-FFF2-40B4-BE49-F238E27FC236}">
                <a16:creationId xmlns:a16="http://schemas.microsoft.com/office/drawing/2014/main" id="{2D3385C6-0331-4D24-A773-AFF35FC113CA}"/>
              </a:ext>
            </a:extLst>
          </p:cNvPr>
          <p:cNvSpPr>
            <a:spLocks xmlns:a="http://schemas.openxmlformats.org/drawingml/2006/main" noGrp="1"/>
          </p:cNvSpPr>
          <p:nvPr/>
        </p:nvSpPr>
        <p:spPr>
          <a:xfrm xmlns:a="http://schemas.openxmlformats.org/drawingml/2006/main">
            <a:off x="6572250" y="4410075"/>
            <a:ext cx="46863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343931"/>
                </a:solidFill>
                <a:latin typeface="Arial"/>
                <a:ea typeface="Arial"/>
                <a:cs typeface="Arial"/>
              </a:defRPr>
            </a:defPPr>
            <a:lvl1pPr algn="l">
              <a:defRPr sz="1425" b="0">
                <a:solidFill>
                  <a:srgbClr val="343931"/>
                </a:solidFill>
                <a:latin typeface="Arial"/>
                <a:ea typeface="Arial"/>
                <a:cs typeface="Arial"/>
              </a:defRPr>
            </a:lvl1pPr>
            <a:lvl2pPr algn="l">
              <a:defRPr sz="1425" b="0">
                <a:solidFill>
                  <a:srgbClr val="343931"/>
                </a:solidFill>
                <a:latin typeface="Arial"/>
                <a:ea typeface="Arial"/>
                <a:cs typeface="Arial"/>
              </a:defRPr>
            </a:lvl2pPr>
            <a:lvl3pPr algn="l">
              <a:defRPr sz="1425" b="0">
                <a:solidFill>
                  <a:srgbClr val="343931"/>
                </a:solidFill>
                <a:latin typeface="Arial"/>
                <a:ea typeface="Arial"/>
                <a:cs typeface="Arial"/>
              </a:defRPr>
            </a:lvl3pPr>
            <a:lvl4pPr algn="l">
              <a:defRPr sz="1425" b="0">
                <a:solidFill>
                  <a:srgbClr val="343931"/>
                </a:solidFill>
                <a:latin typeface="Arial"/>
                <a:ea typeface="Arial"/>
                <a:cs typeface="Arial"/>
              </a:defRPr>
            </a:lvl4pPr>
            <a:lvl5pPr algn="l">
              <a:defRPr sz="1425" b="0">
                <a:solidFill>
                  <a:srgbClr val="343931"/>
                </a:solidFill>
                <a:latin typeface="Arial"/>
                <a:ea typeface="Arial"/>
                <a:cs typeface="Arial"/>
              </a:defRPr>
            </a:lvl5pPr>
            <a:lvl6pPr algn="l">
              <a:defRPr sz="1425" b="0">
                <a:solidFill>
                  <a:srgbClr val="343931"/>
                </a:solidFill>
                <a:latin typeface="Arial"/>
                <a:ea typeface="Arial"/>
                <a:cs typeface="Arial"/>
              </a:defRPr>
            </a:lvl6pPr>
            <a:lvl7pPr algn="l">
              <a:defRPr sz="1425" b="0">
                <a:solidFill>
                  <a:srgbClr val="343931"/>
                </a:solidFill>
                <a:latin typeface="Arial"/>
                <a:ea typeface="Arial"/>
                <a:cs typeface="Arial"/>
              </a:defRPr>
            </a:lvl7pPr>
            <a:lvl8pPr algn="l">
              <a:defRPr sz="1425" b="0">
                <a:solidFill>
                  <a:srgbClr val="343931"/>
                </a:solidFill>
                <a:latin typeface="Arial"/>
                <a:ea typeface="Arial"/>
                <a:cs typeface="Arial"/>
              </a:defRPr>
            </a:lvl8pPr>
            <a:lvl9pPr algn="l">
              <a:defRPr sz="1425" b="0">
                <a:solidFill>
                  <a:srgbClr val="343931"/>
                </a:solidFill>
                <a:latin typeface="Arial"/>
                <a:ea typeface="Arial"/>
                <a:cs typeface="Arial"/>
              </a:defRPr>
            </a:lvl9pPr>
          </a:lstStyle>
          <a:p xmlns:a="http://schemas.openxmlformats.org/drawingml/2006/main">
            <a:pPr algn="l">
              <a:lnSpc>
                <a:spcPct val="105000"/>
              </a:lnSpc>
              <a:buNone/>
              <a:defRPr sz="1425" b="0">
                <a:solidFill>
                  <a:srgbClr val="343931"/>
                </a:solidFill>
                <a:latin typeface="Arial"/>
                <a:ea typeface="Arial"/>
                <a:cs typeface="Arial"/>
              </a:defRPr>
            </a:pPr>
            <a:r>
              <a:rPr sz="1425" b="0">
                <a:solidFill>
                  <a:srgbClr val="343931"/>
                </a:solidFill>
                <a:latin typeface="Arial"/>
                <a:ea typeface="Arial"/>
                <a:cs typeface="Arial"/>
              </a:rPr>
              <a:t>Production signup is not verified. Whisper routes return 404 until the queue migration is approved and deployed. No final main push or production release has been made.</a:t>
            </a:r>
          </a:p>
        </p:txBody>
      </p:sp>
    </p:spTree>
    <p:extLst>
      <p:ext uri="{BB962C8B-B14F-4D97-AF65-F5344CB8AC3E}">
        <p14:creationId xmlns:p14="http://schemas.microsoft.com/office/powerpoint/2010/main" val="2146596169"/>
      </p:ext>
    </p:extLst>
  </p:cSld>
</p:sld>
</file>

<file path=ppt/slides/slide6.xml><?xml version="1.0" encoding="utf-8"?>
<p:sld xmlns:p="http://schemas.openxmlformats.org/presentationml/2006/main">
  <p:cSld>
    <p:bg>
      <p:bgPr>
        <a:solidFill xmlns:a="http://schemas.openxmlformats.org/drawingml/2006/main">
          <a:srgbClr val="253B30"/>
        </a:solidFill>
      </p:bgPr>
    </p:bg>
    <p:spTree>
      <p:nvGrpSpPr>
        <p:cNvPr id="1" name=""/>
        <p:cNvGrpSpPr/>
        <p:nvPr/>
      </p:nvGrpSpPr>
      <p:grpSpPr>
        <a:xfrm xmlns:a="http://schemas.openxmlformats.org/drawingml/2006/main"/>
      </p:grpSpPr>
      <p:sp>
        <p:nvSpPr>
          <p:cNvPr id="22" name="gates-title">
            <a:extLst xmlns:a="http://schemas.openxmlformats.org/drawingml/2006/main">
              <a:ext uri="{FF2B5EF4-FFF2-40B4-BE49-F238E27FC236}">
                <a16:creationId xmlns:a16="http://schemas.microsoft.com/office/drawing/2014/main" id="{754D37D0-95EE-49A2-B1FC-4416B6650303}"/>
              </a:ext>
            </a:extLst>
          </p:cNvPr>
          <p:cNvSpPr>
            <a:spLocks xmlns:a="http://schemas.openxmlformats.org/drawingml/2006/main" noGrp="1"/>
          </p:cNvSpPr>
          <p:nvPr/>
        </p:nvSpPr>
        <p:spPr>
          <a:xfrm xmlns:a="http://schemas.openxmlformats.org/drawingml/2006/main">
            <a:off x="609600" y="4476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450" b="1">
                <a:solidFill>
                  <a:srgbClr val="F6F4EA"/>
                </a:solidFill>
                <a:latin typeface="Arial"/>
                <a:ea typeface="Arial"/>
                <a:cs typeface="Arial"/>
              </a:defRPr>
            </a:defPPr>
            <a:lvl1pPr algn="l">
              <a:defRPr sz="3450" b="1">
                <a:solidFill>
                  <a:srgbClr val="F6F4EA"/>
                </a:solidFill>
                <a:latin typeface="Arial"/>
                <a:ea typeface="Arial"/>
                <a:cs typeface="Arial"/>
              </a:defRPr>
            </a:lvl1pPr>
            <a:lvl2pPr algn="l">
              <a:defRPr sz="3450" b="1">
                <a:solidFill>
                  <a:srgbClr val="F6F4EA"/>
                </a:solidFill>
                <a:latin typeface="Arial"/>
                <a:ea typeface="Arial"/>
                <a:cs typeface="Arial"/>
              </a:defRPr>
            </a:lvl2pPr>
            <a:lvl3pPr algn="l">
              <a:defRPr sz="3450" b="1">
                <a:solidFill>
                  <a:srgbClr val="F6F4EA"/>
                </a:solidFill>
                <a:latin typeface="Arial"/>
                <a:ea typeface="Arial"/>
                <a:cs typeface="Arial"/>
              </a:defRPr>
            </a:lvl3pPr>
            <a:lvl4pPr algn="l">
              <a:defRPr sz="3450" b="1">
                <a:solidFill>
                  <a:srgbClr val="F6F4EA"/>
                </a:solidFill>
                <a:latin typeface="Arial"/>
                <a:ea typeface="Arial"/>
                <a:cs typeface="Arial"/>
              </a:defRPr>
            </a:lvl4pPr>
            <a:lvl5pPr algn="l">
              <a:defRPr sz="3450" b="1">
                <a:solidFill>
                  <a:srgbClr val="F6F4EA"/>
                </a:solidFill>
                <a:latin typeface="Arial"/>
                <a:ea typeface="Arial"/>
                <a:cs typeface="Arial"/>
              </a:defRPr>
            </a:lvl5pPr>
            <a:lvl6pPr algn="l">
              <a:defRPr sz="3450" b="1">
                <a:solidFill>
                  <a:srgbClr val="F6F4EA"/>
                </a:solidFill>
                <a:latin typeface="Arial"/>
                <a:ea typeface="Arial"/>
                <a:cs typeface="Arial"/>
              </a:defRPr>
            </a:lvl6pPr>
            <a:lvl7pPr algn="l">
              <a:defRPr sz="3450" b="1">
                <a:solidFill>
                  <a:srgbClr val="F6F4EA"/>
                </a:solidFill>
                <a:latin typeface="Arial"/>
                <a:ea typeface="Arial"/>
                <a:cs typeface="Arial"/>
              </a:defRPr>
            </a:lvl7pPr>
            <a:lvl8pPr algn="l">
              <a:defRPr sz="3450" b="1">
                <a:solidFill>
                  <a:srgbClr val="F6F4EA"/>
                </a:solidFill>
                <a:latin typeface="Arial"/>
                <a:ea typeface="Arial"/>
                <a:cs typeface="Arial"/>
              </a:defRPr>
            </a:lvl8pPr>
            <a:lvl9pPr algn="l">
              <a:defRPr sz="3450" b="1">
                <a:solidFill>
                  <a:srgbClr val="F6F4EA"/>
                </a:solidFill>
                <a:latin typeface="Arial"/>
                <a:ea typeface="Arial"/>
                <a:cs typeface="Arial"/>
              </a:defRPr>
            </a:lvl9pPr>
          </a:lstStyle>
          <a:p xmlns:a="http://schemas.openxmlformats.org/drawingml/2006/main">
            <a:pPr algn="l">
              <a:lnSpc>
                <a:spcPct val="105000"/>
              </a:lnSpc>
              <a:buNone/>
              <a:defRPr sz="3450" b="1">
                <a:solidFill>
                  <a:srgbClr val="F6F4EA"/>
                </a:solidFill>
                <a:latin typeface="Arial"/>
                <a:ea typeface="Arial"/>
                <a:cs typeface="Arial"/>
              </a:defRPr>
            </a:pPr>
            <a:r>
              <a:rPr sz="3450" b="1">
                <a:solidFill>
                  <a:srgbClr val="F6F4EA"/>
                </a:solidFill>
                <a:latin typeface="Arial"/>
                <a:ea typeface="Arial"/>
                <a:cs typeface="Arial"/>
              </a:rPr>
              <a:t>Release gates</a:t>
            </a:r>
          </a:p>
        </p:txBody>
      </p:sp>
      <p:sp>
        <p:nvSpPr>
          <p:cNvPr id="2" name="gates-rule">
            <a:extLst xmlns:a="http://schemas.openxmlformats.org/drawingml/2006/main">
              <a:ext uri="{FF2B5EF4-FFF2-40B4-BE49-F238E27FC236}">
                <a16:creationId xmlns:a16="http://schemas.microsoft.com/office/drawing/2014/main" id="{1A913D84-9BE8-4671-88CF-94D8C77A0CE6}"/>
              </a:ext>
            </a:extLst>
          </p:cNvPr>
          <p:cNvSpPr>
            <a:spLocks xmlns:a="http://schemas.openxmlformats.org/drawingml/2006/main" noGrp="1"/>
          </p:cNvSpPr>
          <p:nvPr/>
        </p:nvSpPr>
        <p:spPr>
          <a:xfrm xmlns:a="http://schemas.openxmlformats.org/drawingml/2006/main">
            <a:off x="609600" y="1123950"/>
            <a:ext cx="10972800" cy="0"/>
          </a:xfrm>
          <a:prstGeom xmlns:a="http://schemas.openxmlformats.org/drawingml/2006/main" prst="line">
            <a:avLst/>
          </a:prstGeom>
          <a:noFill xmlns:a="http://schemas.openxmlformats.org/drawingml/2006/main"/>
          <a:ln xmlns:a="http://schemas.openxmlformats.org/drawingml/2006/main" w="28575">
            <a:solidFill>
              <a:srgbClr val="C47B5D"/>
            </a:solidFill>
            <a:prstDash val="solid"/>
          </a:ln>
        </p:spPr>
      </p:sp>
      <p:sp>
        <p:nvSpPr>
          <p:cNvPr id="3" name="gate-1-number">
            <a:extLst xmlns:a="http://schemas.openxmlformats.org/drawingml/2006/main">
              <a:ext uri="{FF2B5EF4-FFF2-40B4-BE49-F238E27FC236}">
                <a16:creationId xmlns:a16="http://schemas.microsoft.com/office/drawing/2014/main" id="{645641D3-0F17-4203-94D3-1005A924D3BD}"/>
              </a:ext>
            </a:extLst>
          </p:cNvPr>
          <p:cNvSpPr>
            <a:spLocks xmlns:a="http://schemas.openxmlformats.org/drawingml/2006/main" noGrp="1"/>
          </p:cNvSpPr>
          <p:nvPr/>
        </p:nvSpPr>
        <p:spPr>
          <a:xfrm xmlns:a="http://schemas.openxmlformats.org/drawingml/2006/main">
            <a:off x="685800" y="1524000"/>
            <a:ext cx="628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D9C3B5"/>
                </a:solidFill>
                <a:latin typeface="Arial"/>
                <a:ea typeface="Arial"/>
                <a:cs typeface="Arial"/>
              </a:defRPr>
            </a:defPPr>
            <a:lvl1pPr algn="l">
              <a:defRPr sz="1650" b="1">
                <a:solidFill>
                  <a:srgbClr val="D9C3B5"/>
                </a:solidFill>
                <a:latin typeface="Arial"/>
                <a:ea typeface="Arial"/>
                <a:cs typeface="Arial"/>
              </a:defRPr>
            </a:lvl1pPr>
            <a:lvl2pPr algn="l">
              <a:defRPr sz="1650" b="1">
                <a:solidFill>
                  <a:srgbClr val="D9C3B5"/>
                </a:solidFill>
                <a:latin typeface="Arial"/>
                <a:ea typeface="Arial"/>
                <a:cs typeface="Arial"/>
              </a:defRPr>
            </a:lvl2pPr>
            <a:lvl3pPr algn="l">
              <a:defRPr sz="1650" b="1">
                <a:solidFill>
                  <a:srgbClr val="D9C3B5"/>
                </a:solidFill>
                <a:latin typeface="Arial"/>
                <a:ea typeface="Arial"/>
                <a:cs typeface="Arial"/>
              </a:defRPr>
            </a:lvl3pPr>
            <a:lvl4pPr algn="l">
              <a:defRPr sz="1650" b="1">
                <a:solidFill>
                  <a:srgbClr val="D9C3B5"/>
                </a:solidFill>
                <a:latin typeface="Arial"/>
                <a:ea typeface="Arial"/>
                <a:cs typeface="Arial"/>
              </a:defRPr>
            </a:lvl4pPr>
            <a:lvl5pPr algn="l">
              <a:defRPr sz="1650" b="1">
                <a:solidFill>
                  <a:srgbClr val="D9C3B5"/>
                </a:solidFill>
                <a:latin typeface="Arial"/>
                <a:ea typeface="Arial"/>
                <a:cs typeface="Arial"/>
              </a:defRPr>
            </a:lvl5pPr>
            <a:lvl6pPr algn="l">
              <a:defRPr sz="1650" b="1">
                <a:solidFill>
                  <a:srgbClr val="D9C3B5"/>
                </a:solidFill>
                <a:latin typeface="Arial"/>
                <a:ea typeface="Arial"/>
                <a:cs typeface="Arial"/>
              </a:defRPr>
            </a:lvl6pPr>
            <a:lvl7pPr algn="l">
              <a:defRPr sz="1650" b="1">
                <a:solidFill>
                  <a:srgbClr val="D9C3B5"/>
                </a:solidFill>
                <a:latin typeface="Arial"/>
                <a:ea typeface="Arial"/>
                <a:cs typeface="Arial"/>
              </a:defRPr>
            </a:lvl7pPr>
            <a:lvl8pPr algn="l">
              <a:defRPr sz="1650" b="1">
                <a:solidFill>
                  <a:srgbClr val="D9C3B5"/>
                </a:solidFill>
                <a:latin typeface="Arial"/>
                <a:ea typeface="Arial"/>
                <a:cs typeface="Arial"/>
              </a:defRPr>
            </a:lvl8pPr>
            <a:lvl9pPr algn="l">
              <a:defRPr sz="1650" b="1">
                <a:solidFill>
                  <a:srgbClr val="D9C3B5"/>
                </a:solidFill>
                <a:latin typeface="Arial"/>
                <a:ea typeface="Arial"/>
                <a:cs typeface="Arial"/>
              </a:defRPr>
            </a:lvl9pPr>
          </a:lstStyle>
          <a:p xmlns:a="http://schemas.openxmlformats.org/drawingml/2006/main">
            <a:pPr algn="l">
              <a:lnSpc>
                <a:spcPct val="105000"/>
              </a:lnSpc>
              <a:buNone/>
              <a:defRPr sz="1650" b="1">
                <a:solidFill>
                  <a:srgbClr val="D9C3B5"/>
                </a:solidFill>
                <a:latin typeface="Arial"/>
                <a:ea typeface="Arial"/>
                <a:cs typeface="Arial"/>
              </a:defRPr>
            </a:pPr>
            <a:r>
              <a:rPr sz="1650" b="1">
                <a:solidFill>
                  <a:srgbClr val="D9C3B5"/>
                </a:solidFill>
                <a:latin typeface="Arial"/>
                <a:ea typeface="Arial"/>
                <a:cs typeface="Arial"/>
              </a:rPr>
              <a:t>01</a:t>
            </a:r>
          </a:p>
        </p:txBody>
      </p:sp>
      <p:sp>
        <p:nvSpPr>
          <p:cNvPr id="4" name="gate-1-title">
            <a:extLst xmlns:a="http://schemas.openxmlformats.org/drawingml/2006/main">
              <a:ext uri="{FF2B5EF4-FFF2-40B4-BE49-F238E27FC236}">
                <a16:creationId xmlns:a16="http://schemas.microsoft.com/office/drawing/2014/main" id="{298877CE-AFE2-4130-8FE4-EE3DD03A4E47}"/>
              </a:ext>
            </a:extLst>
          </p:cNvPr>
          <p:cNvSpPr>
            <a:spLocks xmlns:a="http://schemas.openxmlformats.org/drawingml/2006/main" noGrp="1"/>
          </p:cNvSpPr>
          <p:nvPr/>
        </p:nvSpPr>
        <p:spPr>
          <a:xfrm xmlns:a="http://schemas.openxmlformats.org/drawingml/2006/main">
            <a:off x="1466850" y="1524000"/>
            <a:ext cx="219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F6F4EA"/>
                </a:solidFill>
                <a:latin typeface="Arial"/>
                <a:ea typeface="Arial"/>
                <a:cs typeface="Arial"/>
              </a:defRPr>
            </a:defPPr>
            <a:lvl1pPr algn="l">
              <a:defRPr sz="1725" b="1">
                <a:solidFill>
                  <a:srgbClr val="F6F4EA"/>
                </a:solidFill>
                <a:latin typeface="Arial"/>
                <a:ea typeface="Arial"/>
                <a:cs typeface="Arial"/>
              </a:defRPr>
            </a:lvl1pPr>
            <a:lvl2pPr algn="l">
              <a:defRPr sz="1725" b="1">
                <a:solidFill>
                  <a:srgbClr val="F6F4EA"/>
                </a:solidFill>
                <a:latin typeface="Arial"/>
                <a:ea typeface="Arial"/>
                <a:cs typeface="Arial"/>
              </a:defRPr>
            </a:lvl2pPr>
            <a:lvl3pPr algn="l">
              <a:defRPr sz="1725" b="1">
                <a:solidFill>
                  <a:srgbClr val="F6F4EA"/>
                </a:solidFill>
                <a:latin typeface="Arial"/>
                <a:ea typeface="Arial"/>
                <a:cs typeface="Arial"/>
              </a:defRPr>
            </a:lvl3pPr>
            <a:lvl4pPr algn="l">
              <a:defRPr sz="1725" b="1">
                <a:solidFill>
                  <a:srgbClr val="F6F4EA"/>
                </a:solidFill>
                <a:latin typeface="Arial"/>
                <a:ea typeface="Arial"/>
                <a:cs typeface="Arial"/>
              </a:defRPr>
            </a:lvl4pPr>
            <a:lvl5pPr algn="l">
              <a:defRPr sz="1725" b="1">
                <a:solidFill>
                  <a:srgbClr val="F6F4EA"/>
                </a:solidFill>
                <a:latin typeface="Arial"/>
                <a:ea typeface="Arial"/>
                <a:cs typeface="Arial"/>
              </a:defRPr>
            </a:lvl5pPr>
            <a:lvl6pPr algn="l">
              <a:defRPr sz="1725" b="1">
                <a:solidFill>
                  <a:srgbClr val="F6F4EA"/>
                </a:solidFill>
                <a:latin typeface="Arial"/>
                <a:ea typeface="Arial"/>
                <a:cs typeface="Arial"/>
              </a:defRPr>
            </a:lvl6pPr>
            <a:lvl7pPr algn="l">
              <a:defRPr sz="1725" b="1">
                <a:solidFill>
                  <a:srgbClr val="F6F4EA"/>
                </a:solidFill>
                <a:latin typeface="Arial"/>
                <a:ea typeface="Arial"/>
                <a:cs typeface="Arial"/>
              </a:defRPr>
            </a:lvl7pPr>
            <a:lvl8pPr algn="l">
              <a:defRPr sz="1725" b="1">
                <a:solidFill>
                  <a:srgbClr val="F6F4EA"/>
                </a:solidFill>
                <a:latin typeface="Arial"/>
                <a:ea typeface="Arial"/>
                <a:cs typeface="Arial"/>
              </a:defRPr>
            </a:lvl8pPr>
            <a:lvl9pPr algn="l">
              <a:defRPr sz="1725" b="1">
                <a:solidFill>
                  <a:srgbClr val="F6F4EA"/>
                </a:solidFill>
                <a:latin typeface="Arial"/>
                <a:ea typeface="Arial"/>
                <a:cs typeface="Arial"/>
              </a:defRPr>
            </a:lvl9pPr>
          </a:lstStyle>
          <a:p xmlns:a="http://schemas.openxmlformats.org/drawingml/2006/main">
            <a:pPr algn="l">
              <a:lnSpc>
                <a:spcPct val="105000"/>
              </a:lnSpc>
              <a:buNone/>
              <a:defRPr sz="1725" b="1">
                <a:solidFill>
                  <a:srgbClr val="F6F4EA"/>
                </a:solidFill>
                <a:latin typeface="Arial"/>
                <a:ea typeface="Arial"/>
                <a:cs typeface="Arial"/>
              </a:defRPr>
            </a:pPr>
            <a:r>
              <a:rPr sz="1725" b="1">
                <a:solidFill>
                  <a:srgbClr val="F6F4EA"/>
                </a:solidFill>
                <a:latin typeface="Arial"/>
                <a:ea typeface="Arial"/>
                <a:cs typeface="Arial"/>
              </a:rPr>
              <a:t>Database</a:t>
            </a:r>
          </a:p>
        </p:txBody>
      </p:sp>
      <p:sp>
        <p:nvSpPr>
          <p:cNvPr id="5" name="gate-1-body">
            <a:extLst xmlns:a="http://schemas.openxmlformats.org/drawingml/2006/main">
              <a:ext uri="{FF2B5EF4-FFF2-40B4-BE49-F238E27FC236}">
                <a16:creationId xmlns:a16="http://schemas.microsoft.com/office/drawing/2014/main" id="{3DA8E5E2-CF29-49CD-A667-FF308F580589}"/>
              </a:ext>
            </a:extLst>
          </p:cNvPr>
          <p:cNvSpPr>
            <a:spLocks xmlns:a="http://schemas.openxmlformats.org/drawingml/2006/main" noGrp="1"/>
          </p:cNvSpPr>
          <p:nvPr/>
        </p:nvSpPr>
        <p:spPr>
          <a:xfrm xmlns:a="http://schemas.openxmlformats.org/drawingml/2006/main">
            <a:off x="3733800" y="1524000"/>
            <a:ext cx="7524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E1E3D8"/>
                </a:solidFill>
                <a:latin typeface="Arial"/>
                <a:ea typeface="Arial"/>
                <a:cs typeface="Arial"/>
              </a:defRPr>
            </a:defPPr>
            <a:lvl1pPr algn="l">
              <a:defRPr sz="1500" b="0">
                <a:solidFill>
                  <a:srgbClr val="E1E3D8"/>
                </a:solidFill>
                <a:latin typeface="Arial"/>
                <a:ea typeface="Arial"/>
                <a:cs typeface="Arial"/>
              </a:defRPr>
            </a:lvl1pPr>
            <a:lvl2pPr algn="l">
              <a:defRPr sz="1500" b="0">
                <a:solidFill>
                  <a:srgbClr val="E1E3D8"/>
                </a:solidFill>
                <a:latin typeface="Arial"/>
                <a:ea typeface="Arial"/>
                <a:cs typeface="Arial"/>
              </a:defRPr>
            </a:lvl2pPr>
            <a:lvl3pPr algn="l">
              <a:defRPr sz="1500" b="0">
                <a:solidFill>
                  <a:srgbClr val="E1E3D8"/>
                </a:solidFill>
                <a:latin typeface="Arial"/>
                <a:ea typeface="Arial"/>
                <a:cs typeface="Arial"/>
              </a:defRPr>
            </a:lvl3pPr>
            <a:lvl4pPr algn="l">
              <a:defRPr sz="1500" b="0">
                <a:solidFill>
                  <a:srgbClr val="E1E3D8"/>
                </a:solidFill>
                <a:latin typeface="Arial"/>
                <a:ea typeface="Arial"/>
                <a:cs typeface="Arial"/>
              </a:defRPr>
            </a:lvl4pPr>
            <a:lvl5pPr algn="l">
              <a:defRPr sz="1500" b="0">
                <a:solidFill>
                  <a:srgbClr val="E1E3D8"/>
                </a:solidFill>
                <a:latin typeface="Arial"/>
                <a:ea typeface="Arial"/>
                <a:cs typeface="Arial"/>
              </a:defRPr>
            </a:lvl5pPr>
            <a:lvl6pPr algn="l">
              <a:defRPr sz="1500" b="0">
                <a:solidFill>
                  <a:srgbClr val="E1E3D8"/>
                </a:solidFill>
                <a:latin typeface="Arial"/>
                <a:ea typeface="Arial"/>
                <a:cs typeface="Arial"/>
              </a:defRPr>
            </a:lvl6pPr>
            <a:lvl7pPr algn="l">
              <a:defRPr sz="1500" b="0">
                <a:solidFill>
                  <a:srgbClr val="E1E3D8"/>
                </a:solidFill>
                <a:latin typeface="Arial"/>
                <a:ea typeface="Arial"/>
                <a:cs typeface="Arial"/>
              </a:defRPr>
            </a:lvl7pPr>
            <a:lvl8pPr algn="l">
              <a:defRPr sz="1500" b="0">
                <a:solidFill>
                  <a:srgbClr val="E1E3D8"/>
                </a:solidFill>
                <a:latin typeface="Arial"/>
                <a:ea typeface="Arial"/>
                <a:cs typeface="Arial"/>
              </a:defRPr>
            </a:lvl8pPr>
            <a:lvl9pPr algn="l">
              <a:defRPr sz="1500" b="0">
                <a:solidFill>
                  <a:srgbClr val="E1E3D8"/>
                </a:solidFill>
                <a:latin typeface="Arial"/>
                <a:ea typeface="Arial"/>
                <a:cs typeface="Arial"/>
              </a:defRPr>
            </a:lvl9pPr>
          </a:lstStyle>
          <a:p xmlns:a="http://schemas.openxmlformats.org/drawingml/2006/main">
            <a:pPr algn="l">
              <a:lnSpc>
                <a:spcPct val="105000"/>
              </a:lnSpc>
              <a:buNone/>
              <a:defRPr sz="1500" b="0">
                <a:solidFill>
                  <a:srgbClr val="E1E3D8"/>
                </a:solidFill>
                <a:latin typeface="Arial"/>
                <a:ea typeface="Arial"/>
                <a:cs typeface="Arial"/>
              </a:defRPr>
            </a:pPr>
            <a:r>
              <a:rPr sz="1500" b="0">
                <a:solidFill>
                  <a:srgbClr val="E1E3D8"/>
                </a:solidFill>
                <a:latin typeface="Arial"/>
                <a:ea typeface="Arial"/>
                <a:cs typeface="Arial"/>
              </a:rPr>
              <a:t>Apply the Whisper queue migration after its Supabase action-time approval.</a:t>
            </a:r>
          </a:p>
        </p:txBody>
      </p:sp>
      <p:sp>
        <p:nvSpPr>
          <p:cNvPr id="6" name="gate-1-divider">
            <a:extLst xmlns:a="http://schemas.openxmlformats.org/drawingml/2006/main">
              <a:ext uri="{FF2B5EF4-FFF2-40B4-BE49-F238E27FC236}">
                <a16:creationId xmlns:a16="http://schemas.microsoft.com/office/drawing/2014/main" id="{B810CF33-A113-430D-8B79-47F8A6928887}"/>
              </a:ext>
            </a:extLst>
          </p:cNvPr>
          <p:cNvSpPr>
            <a:spLocks xmlns:a="http://schemas.openxmlformats.org/drawingml/2006/main" noGrp="1"/>
          </p:cNvSpPr>
          <p:nvPr/>
        </p:nvSpPr>
        <p:spPr>
          <a:xfrm xmlns:a="http://schemas.openxmlformats.org/drawingml/2006/main">
            <a:off x="1466850" y="2181225"/>
            <a:ext cx="9791700" cy="0"/>
          </a:xfrm>
          <a:prstGeom xmlns:a="http://schemas.openxmlformats.org/drawingml/2006/main" prst="line">
            <a:avLst/>
          </a:prstGeom>
          <a:noFill xmlns:a="http://schemas.openxmlformats.org/drawingml/2006/main"/>
          <a:ln xmlns:a="http://schemas.openxmlformats.org/drawingml/2006/main" w="9525">
            <a:solidFill>
              <a:srgbClr val="52685A"/>
            </a:solidFill>
            <a:prstDash val="solid"/>
          </a:ln>
        </p:spPr>
      </p:sp>
      <p:sp>
        <p:nvSpPr>
          <p:cNvPr id="7" name="gate-2-number">
            <a:extLst xmlns:a="http://schemas.openxmlformats.org/drawingml/2006/main">
              <a:ext uri="{FF2B5EF4-FFF2-40B4-BE49-F238E27FC236}">
                <a16:creationId xmlns:a16="http://schemas.microsoft.com/office/drawing/2014/main" id="{61C3E48C-C40B-453C-B156-E2FFECA8D701}"/>
              </a:ext>
            </a:extLst>
          </p:cNvPr>
          <p:cNvSpPr>
            <a:spLocks xmlns:a="http://schemas.openxmlformats.org/drawingml/2006/main" noGrp="1"/>
          </p:cNvSpPr>
          <p:nvPr/>
        </p:nvSpPr>
        <p:spPr>
          <a:xfrm xmlns:a="http://schemas.openxmlformats.org/drawingml/2006/main">
            <a:off x="685800" y="2505075"/>
            <a:ext cx="628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D9C3B5"/>
                </a:solidFill>
                <a:latin typeface="Arial"/>
                <a:ea typeface="Arial"/>
                <a:cs typeface="Arial"/>
              </a:defRPr>
            </a:defPPr>
            <a:lvl1pPr algn="l">
              <a:defRPr sz="1650" b="1">
                <a:solidFill>
                  <a:srgbClr val="D9C3B5"/>
                </a:solidFill>
                <a:latin typeface="Arial"/>
                <a:ea typeface="Arial"/>
                <a:cs typeface="Arial"/>
              </a:defRPr>
            </a:lvl1pPr>
            <a:lvl2pPr algn="l">
              <a:defRPr sz="1650" b="1">
                <a:solidFill>
                  <a:srgbClr val="D9C3B5"/>
                </a:solidFill>
                <a:latin typeface="Arial"/>
                <a:ea typeface="Arial"/>
                <a:cs typeface="Arial"/>
              </a:defRPr>
            </a:lvl2pPr>
            <a:lvl3pPr algn="l">
              <a:defRPr sz="1650" b="1">
                <a:solidFill>
                  <a:srgbClr val="D9C3B5"/>
                </a:solidFill>
                <a:latin typeface="Arial"/>
                <a:ea typeface="Arial"/>
                <a:cs typeface="Arial"/>
              </a:defRPr>
            </a:lvl3pPr>
            <a:lvl4pPr algn="l">
              <a:defRPr sz="1650" b="1">
                <a:solidFill>
                  <a:srgbClr val="D9C3B5"/>
                </a:solidFill>
                <a:latin typeface="Arial"/>
                <a:ea typeface="Arial"/>
                <a:cs typeface="Arial"/>
              </a:defRPr>
            </a:lvl4pPr>
            <a:lvl5pPr algn="l">
              <a:defRPr sz="1650" b="1">
                <a:solidFill>
                  <a:srgbClr val="D9C3B5"/>
                </a:solidFill>
                <a:latin typeface="Arial"/>
                <a:ea typeface="Arial"/>
                <a:cs typeface="Arial"/>
              </a:defRPr>
            </a:lvl5pPr>
            <a:lvl6pPr algn="l">
              <a:defRPr sz="1650" b="1">
                <a:solidFill>
                  <a:srgbClr val="D9C3B5"/>
                </a:solidFill>
                <a:latin typeface="Arial"/>
                <a:ea typeface="Arial"/>
                <a:cs typeface="Arial"/>
              </a:defRPr>
            </a:lvl6pPr>
            <a:lvl7pPr algn="l">
              <a:defRPr sz="1650" b="1">
                <a:solidFill>
                  <a:srgbClr val="D9C3B5"/>
                </a:solidFill>
                <a:latin typeface="Arial"/>
                <a:ea typeface="Arial"/>
                <a:cs typeface="Arial"/>
              </a:defRPr>
            </a:lvl7pPr>
            <a:lvl8pPr algn="l">
              <a:defRPr sz="1650" b="1">
                <a:solidFill>
                  <a:srgbClr val="D9C3B5"/>
                </a:solidFill>
                <a:latin typeface="Arial"/>
                <a:ea typeface="Arial"/>
                <a:cs typeface="Arial"/>
              </a:defRPr>
            </a:lvl8pPr>
            <a:lvl9pPr algn="l">
              <a:defRPr sz="1650" b="1">
                <a:solidFill>
                  <a:srgbClr val="D9C3B5"/>
                </a:solidFill>
                <a:latin typeface="Arial"/>
                <a:ea typeface="Arial"/>
                <a:cs typeface="Arial"/>
              </a:defRPr>
            </a:lvl9pPr>
          </a:lstStyle>
          <a:p xmlns:a="http://schemas.openxmlformats.org/drawingml/2006/main">
            <a:pPr algn="l">
              <a:lnSpc>
                <a:spcPct val="105000"/>
              </a:lnSpc>
              <a:buNone/>
              <a:defRPr sz="1650" b="1">
                <a:solidFill>
                  <a:srgbClr val="D9C3B5"/>
                </a:solidFill>
                <a:latin typeface="Arial"/>
                <a:ea typeface="Arial"/>
                <a:cs typeface="Arial"/>
              </a:defRPr>
            </a:pPr>
            <a:r>
              <a:rPr sz="1650" b="1">
                <a:solidFill>
                  <a:srgbClr val="D9C3B5"/>
                </a:solidFill>
                <a:latin typeface="Arial"/>
                <a:ea typeface="Arial"/>
                <a:cs typeface="Arial"/>
              </a:rPr>
              <a:t>02</a:t>
            </a:r>
          </a:p>
        </p:txBody>
      </p:sp>
      <p:sp>
        <p:nvSpPr>
          <p:cNvPr id="8" name="gate-2-title">
            <a:extLst xmlns:a="http://schemas.openxmlformats.org/drawingml/2006/main">
              <a:ext uri="{FF2B5EF4-FFF2-40B4-BE49-F238E27FC236}">
                <a16:creationId xmlns:a16="http://schemas.microsoft.com/office/drawing/2014/main" id="{9138BF58-4956-4FF6-9766-E7F2435FEDC0}"/>
              </a:ext>
            </a:extLst>
          </p:cNvPr>
          <p:cNvSpPr>
            <a:spLocks xmlns:a="http://schemas.openxmlformats.org/drawingml/2006/main" noGrp="1"/>
          </p:cNvSpPr>
          <p:nvPr/>
        </p:nvSpPr>
        <p:spPr>
          <a:xfrm xmlns:a="http://schemas.openxmlformats.org/drawingml/2006/main">
            <a:off x="1466850" y="2505075"/>
            <a:ext cx="219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F6F4EA"/>
                </a:solidFill>
                <a:latin typeface="Arial"/>
                <a:ea typeface="Arial"/>
                <a:cs typeface="Arial"/>
              </a:defRPr>
            </a:defPPr>
            <a:lvl1pPr algn="l">
              <a:defRPr sz="1725" b="1">
                <a:solidFill>
                  <a:srgbClr val="F6F4EA"/>
                </a:solidFill>
                <a:latin typeface="Arial"/>
                <a:ea typeface="Arial"/>
                <a:cs typeface="Arial"/>
              </a:defRPr>
            </a:lvl1pPr>
            <a:lvl2pPr algn="l">
              <a:defRPr sz="1725" b="1">
                <a:solidFill>
                  <a:srgbClr val="F6F4EA"/>
                </a:solidFill>
                <a:latin typeface="Arial"/>
                <a:ea typeface="Arial"/>
                <a:cs typeface="Arial"/>
              </a:defRPr>
            </a:lvl2pPr>
            <a:lvl3pPr algn="l">
              <a:defRPr sz="1725" b="1">
                <a:solidFill>
                  <a:srgbClr val="F6F4EA"/>
                </a:solidFill>
                <a:latin typeface="Arial"/>
                <a:ea typeface="Arial"/>
                <a:cs typeface="Arial"/>
              </a:defRPr>
            </a:lvl3pPr>
            <a:lvl4pPr algn="l">
              <a:defRPr sz="1725" b="1">
                <a:solidFill>
                  <a:srgbClr val="F6F4EA"/>
                </a:solidFill>
                <a:latin typeface="Arial"/>
                <a:ea typeface="Arial"/>
                <a:cs typeface="Arial"/>
              </a:defRPr>
            </a:lvl4pPr>
            <a:lvl5pPr algn="l">
              <a:defRPr sz="1725" b="1">
                <a:solidFill>
                  <a:srgbClr val="F6F4EA"/>
                </a:solidFill>
                <a:latin typeface="Arial"/>
                <a:ea typeface="Arial"/>
                <a:cs typeface="Arial"/>
              </a:defRPr>
            </a:lvl5pPr>
            <a:lvl6pPr algn="l">
              <a:defRPr sz="1725" b="1">
                <a:solidFill>
                  <a:srgbClr val="F6F4EA"/>
                </a:solidFill>
                <a:latin typeface="Arial"/>
                <a:ea typeface="Arial"/>
                <a:cs typeface="Arial"/>
              </a:defRPr>
            </a:lvl6pPr>
            <a:lvl7pPr algn="l">
              <a:defRPr sz="1725" b="1">
                <a:solidFill>
                  <a:srgbClr val="F6F4EA"/>
                </a:solidFill>
                <a:latin typeface="Arial"/>
                <a:ea typeface="Arial"/>
                <a:cs typeface="Arial"/>
              </a:defRPr>
            </a:lvl7pPr>
            <a:lvl8pPr algn="l">
              <a:defRPr sz="1725" b="1">
                <a:solidFill>
                  <a:srgbClr val="F6F4EA"/>
                </a:solidFill>
                <a:latin typeface="Arial"/>
                <a:ea typeface="Arial"/>
                <a:cs typeface="Arial"/>
              </a:defRPr>
            </a:lvl8pPr>
            <a:lvl9pPr algn="l">
              <a:defRPr sz="1725" b="1">
                <a:solidFill>
                  <a:srgbClr val="F6F4EA"/>
                </a:solidFill>
                <a:latin typeface="Arial"/>
                <a:ea typeface="Arial"/>
                <a:cs typeface="Arial"/>
              </a:defRPr>
            </a:lvl9pPr>
          </a:lstStyle>
          <a:p xmlns:a="http://schemas.openxmlformats.org/drawingml/2006/main">
            <a:pPr algn="l">
              <a:lnSpc>
                <a:spcPct val="105000"/>
              </a:lnSpc>
              <a:buNone/>
              <a:defRPr sz="1725" b="1">
                <a:solidFill>
                  <a:srgbClr val="F6F4EA"/>
                </a:solidFill>
                <a:latin typeface="Arial"/>
                <a:ea typeface="Arial"/>
                <a:cs typeface="Arial"/>
              </a:defRPr>
            </a:pPr>
            <a:r>
              <a:rPr sz="1725" b="1">
                <a:solidFill>
                  <a:srgbClr val="F6F4EA"/>
                </a:solidFill>
                <a:latin typeface="Arial"/>
                <a:ea typeface="Arial"/>
                <a:cs typeface="Arial"/>
              </a:rPr>
              <a:t>Email</a:t>
            </a:r>
          </a:p>
        </p:txBody>
      </p:sp>
      <p:sp>
        <p:nvSpPr>
          <p:cNvPr id="9" name="gate-2-body">
            <a:extLst xmlns:a="http://schemas.openxmlformats.org/drawingml/2006/main">
              <a:ext uri="{FF2B5EF4-FFF2-40B4-BE49-F238E27FC236}">
                <a16:creationId xmlns:a16="http://schemas.microsoft.com/office/drawing/2014/main" id="{5A3818B6-9B28-478D-99D8-6E049E7BB4AA}"/>
              </a:ext>
            </a:extLst>
          </p:cNvPr>
          <p:cNvSpPr>
            <a:spLocks xmlns:a="http://schemas.openxmlformats.org/drawingml/2006/main" noGrp="1"/>
          </p:cNvSpPr>
          <p:nvPr/>
        </p:nvSpPr>
        <p:spPr>
          <a:xfrm xmlns:a="http://schemas.openxmlformats.org/drawingml/2006/main">
            <a:off x="3733800" y="2505075"/>
            <a:ext cx="7524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E1E3D8"/>
                </a:solidFill>
                <a:latin typeface="Arial"/>
                <a:ea typeface="Arial"/>
                <a:cs typeface="Arial"/>
              </a:defRPr>
            </a:defPPr>
            <a:lvl1pPr algn="l">
              <a:defRPr sz="1500" b="0">
                <a:solidFill>
                  <a:srgbClr val="E1E3D8"/>
                </a:solidFill>
                <a:latin typeface="Arial"/>
                <a:ea typeface="Arial"/>
                <a:cs typeface="Arial"/>
              </a:defRPr>
            </a:lvl1pPr>
            <a:lvl2pPr algn="l">
              <a:defRPr sz="1500" b="0">
                <a:solidFill>
                  <a:srgbClr val="E1E3D8"/>
                </a:solidFill>
                <a:latin typeface="Arial"/>
                <a:ea typeface="Arial"/>
                <a:cs typeface="Arial"/>
              </a:defRPr>
            </a:lvl2pPr>
            <a:lvl3pPr algn="l">
              <a:defRPr sz="1500" b="0">
                <a:solidFill>
                  <a:srgbClr val="E1E3D8"/>
                </a:solidFill>
                <a:latin typeface="Arial"/>
                <a:ea typeface="Arial"/>
                <a:cs typeface="Arial"/>
              </a:defRPr>
            </a:lvl3pPr>
            <a:lvl4pPr algn="l">
              <a:defRPr sz="1500" b="0">
                <a:solidFill>
                  <a:srgbClr val="E1E3D8"/>
                </a:solidFill>
                <a:latin typeface="Arial"/>
                <a:ea typeface="Arial"/>
                <a:cs typeface="Arial"/>
              </a:defRPr>
            </a:lvl4pPr>
            <a:lvl5pPr algn="l">
              <a:defRPr sz="1500" b="0">
                <a:solidFill>
                  <a:srgbClr val="E1E3D8"/>
                </a:solidFill>
                <a:latin typeface="Arial"/>
                <a:ea typeface="Arial"/>
                <a:cs typeface="Arial"/>
              </a:defRPr>
            </a:lvl5pPr>
            <a:lvl6pPr algn="l">
              <a:defRPr sz="1500" b="0">
                <a:solidFill>
                  <a:srgbClr val="E1E3D8"/>
                </a:solidFill>
                <a:latin typeface="Arial"/>
                <a:ea typeface="Arial"/>
                <a:cs typeface="Arial"/>
              </a:defRPr>
            </a:lvl6pPr>
            <a:lvl7pPr algn="l">
              <a:defRPr sz="1500" b="0">
                <a:solidFill>
                  <a:srgbClr val="E1E3D8"/>
                </a:solidFill>
                <a:latin typeface="Arial"/>
                <a:ea typeface="Arial"/>
                <a:cs typeface="Arial"/>
              </a:defRPr>
            </a:lvl7pPr>
            <a:lvl8pPr algn="l">
              <a:defRPr sz="1500" b="0">
                <a:solidFill>
                  <a:srgbClr val="E1E3D8"/>
                </a:solidFill>
                <a:latin typeface="Arial"/>
                <a:ea typeface="Arial"/>
                <a:cs typeface="Arial"/>
              </a:defRPr>
            </a:lvl8pPr>
            <a:lvl9pPr algn="l">
              <a:defRPr sz="1500" b="0">
                <a:solidFill>
                  <a:srgbClr val="E1E3D8"/>
                </a:solidFill>
                <a:latin typeface="Arial"/>
                <a:ea typeface="Arial"/>
                <a:cs typeface="Arial"/>
              </a:defRPr>
            </a:lvl9pPr>
          </a:lstStyle>
          <a:p xmlns:a="http://schemas.openxmlformats.org/drawingml/2006/main">
            <a:pPr algn="l">
              <a:lnSpc>
                <a:spcPct val="105000"/>
              </a:lnSpc>
              <a:buNone/>
              <a:defRPr sz="1500" b="0">
                <a:solidFill>
                  <a:srgbClr val="E1E3D8"/>
                </a:solidFill>
                <a:latin typeface="Arial"/>
                <a:ea typeface="Arial"/>
                <a:cs typeface="Arial"/>
              </a:defRPr>
            </a:pPr>
            <a:r>
              <a:rPr sz="1500" b="0">
                <a:solidFill>
                  <a:srgbClr val="E1E3D8"/>
                </a:solidFill>
                <a:latin typeface="Arial"/>
                <a:ea typeface="Arial"/>
                <a:cs typeface="Arial"/>
              </a:rPr>
              <a:t>Configure verified custom SMTP / SES and test separate real inboxes.</a:t>
            </a:r>
          </a:p>
        </p:txBody>
      </p:sp>
      <p:sp>
        <p:nvSpPr>
          <p:cNvPr id="10" name="gate-2-divider">
            <a:extLst xmlns:a="http://schemas.openxmlformats.org/drawingml/2006/main">
              <a:ext uri="{FF2B5EF4-FFF2-40B4-BE49-F238E27FC236}">
                <a16:creationId xmlns:a16="http://schemas.microsoft.com/office/drawing/2014/main" id="{AB282293-6521-4097-A4F8-146148CCD282}"/>
              </a:ext>
            </a:extLst>
          </p:cNvPr>
          <p:cNvSpPr>
            <a:spLocks xmlns:a="http://schemas.openxmlformats.org/drawingml/2006/main" noGrp="1"/>
          </p:cNvSpPr>
          <p:nvPr/>
        </p:nvSpPr>
        <p:spPr>
          <a:xfrm xmlns:a="http://schemas.openxmlformats.org/drawingml/2006/main">
            <a:off x="1466850" y="3162300"/>
            <a:ext cx="9791700" cy="0"/>
          </a:xfrm>
          <a:prstGeom xmlns:a="http://schemas.openxmlformats.org/drawingml/2006/main" prst="line">
            <a:avLst/>
          </a:prstGeom>
          <a:noFill xmlns:a="http://schemas.openxmlformats.org/drawingml/2006/main"/>
          <a:ln xmlns:a="http://schemas.openxmlformats.org/drawingml/2006/main" w="9525">
            <a:solidFill>
              <a:srgbClr val="52685A"/>
            </a:solidFill>
            <a:prstDash val="solid"/>
          </a:ln>
        </p:spPr>
      </p:sp>
      <p:sp>
        <p:nvSpPr>
          <p:cNvPr id="11" name="gate-3-number">
            <a:extLst xmlns:a="http://schemas.openxmlformats.org/drawingml/2006/main">
              <a:ext uri="{FF2B5EF4-FFF2-40B4-BE49-F238E27FC236}">
                <a16:creationId xmlns:a16="http://schemas.microsoft.com/office/drawing/2014/main" id="{0600FB9F-AEE0-445C-A1FF-5F4648116D9D}"/>
              </a:ext>
            </a:extLst>
          </p:cNvPr>
          <p:cNvSpPr>
            <a:spLocks xmlns:a="http://schemas.openxmlformats.org/drawingml/2006/main" noGrp="1"/>
          </p:cNvSpPr>
          <p:nvPr/>
        </p:nvSpPr>
        <p:spPr>
          <a:xfrm xmlns:a="http://schemas.openxmlformats.org/drawingml/2006/main">
            <a:off x="685800" y="3486150"/>
            <a:ext cx="628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D9C3B5"/>
                </a:solidFill>
                <a:latin typeface="Arial"/>
                <a:ea typeface="Arial"/>
                <a:cs typeface="Arial"/>
              </a:defRPr>
            </a:defPPr>
            <a:lvl1pPr algn="l">
              <a:defRPr sz="1650" b="1">
                <a:solidFill>
                  <a:srgbClr val="D9C3B5"/>
                </a:solidFill>
                <a:latin typeface="Arial"/>
                <a:ea typeface="Arial"/>
                <a:cs typeface="Arial"/>
              </a:defRPr>
            </a:lvl1pPr>
            <a:lvl2pPr algn="l">
              <a:defRPr sz="1650" b="1">
                <a:solidFill>
                  <a:srgbClr val="D9C3B5"/>
                </a:solidFill>
                <a:latin typeface="Arial"/>
                <a:ea typeface="Arial"/>
                <a:cs typeface="Arial"/>
              </a:defRPr>
            </a:lvl2pPr>
            <a:lvl3pPr algn="l">
              <a:defRPr sz="1650" b="1">
                <a:solidFill>
                  <a:srgbClr val="D9C3B5"/>
                </a:solidFill>
                <a:latin typeface="Arial"/>
                <a:ea typeface="Arial"/>
                <a:cs typeface="Arial"/>
              </a:defRPr>
            </a:lvl3pPr>
            <a:lvl4pPr algn="l">
              <a:defRPr sz="1650" b="1">
                <a:solidFill>
                  <a:srgbClr val="D9C3B5"/>
                </a:solidFill>
                <a:latin typeface="Arial"/>
                <a:ea typeface="Arial"/>
                <a:cs typeface="Arial"/>
              </a:defRPr>
            </a:lvl4pPr>
            <a:lvl5pPr algn="l">
              <a:defRPr sz="1650" b="1">
                <a:solidFill>
                  <a:srgbClr val="D9C3B5"/>
                </a:solidFill>
                <a:latin typeface="Arial"/>
                <a:ea typeface="Arial"/>
                <a:cs typeface="Arial"/>
              </a:defRPr>
            </a:lvl5pPr>
            <a:lvl6pPr algn="l">
              <a:defRPr sz="1650" b="1">
                <a:solidFill>
                  <a:srgbClr val="D9C3B5"/>
                </a:solidFill>
                <a:latin typeface="Arial"/>
                <a:ea typeface="Arial"/>
                <a:cs typeface="Arial"/>
              </a:defRPr>
            </a:lvl6pPr>
            <a:lvl7pPr algn="l">
              <a:defRPr sz="1650" b="1">
                <a:solidFill>
                  <a:srgbClr val="D9C3B5"/>
                </a:solidFill>
                <a:latin typeface="Arial"/>
                <a:ea typeface="Arial"/>
                <a:cs typeface="Arial"/>
              </a:defRPr>
            </a:lvl7pPr>
            <a:lvl8pPr algn="l">
              <a:defRPr sz="1650" b="1">
                <a:solidFill>
                  <a:srgbClr val="D9C3B5"/>
                </a:solidFill>
                <a:latin typeface="Arial"/>
                <a:ea typeface="Arial"/>
                <a:cs typeface="Arial"/>
              </a:defRPr>
            </a:lvl8pPr>
            <a:lvl9pPr algn="l">
              <a:defRPr sz="1650" b="1">
                <a:solidFill>
                  <a:srgbClr val="D9C3B5"/>
                </a:solidFill>
                <a:latin typeface="Arial"/>
                <a:ea typeface="Arial"/>
                <a:cs typeface="Arial"/>
              </a:defRPr>
            </a:lvl9pPr>
          </a:lstStyle>
          <a:p xmlns:a="http://schemas.openxmlformats.org/drawingml/2006/main">
            <a:pPr algn="l">
              <a:lnSpc>
                <a:spcPct val="105000"/>
              </a:lnSpc>
              <a:buNone/>
              <a:defRPr sz="1650" b="1">
                <a:solidFill>
                  <a:srgbClr val="D9C3B5"/>
                </a:solidFill>
                <a:latin typeface="Arial"/>
                <a:ea typeface="Arial"/>
                <a:cs typeface="Arial"/>
              </a:defRPr>
            </a:pPr>
            <a:r>
              <a:rPr sz="1650" b="1">
                <a:solidFill>
                  <a:srgbClr val="D9C3B5"/>
                </a:solidFill>
                <a:latin typeface="Arial"/>
                <a:ea typeface="Arial"/>
                <a:cs typeface="Arial"/>
              </a:rPr>
              <a:t>03</a:t>
            </a:r>
          </a:p>
        </p:txBody>
      </p:sp>
      <p:sp>
        <p:nvSpPr>
          <p:cNvPr id="12" name="gate-3-title">
            <a:extLst xmlns:a="http://schemas.openxmlformats.org/drawingml/2006/main">
              <a:ext uri="{FF2B5EF4-FFF2-40B4-BE49-F238E27FC236}">
                <a16:creationId xmlns:a16="http://schemas.microsoft.com/office/drawing/2014/main" id="{4A5DACCB-A84F-4FDA-9020-F3D9780765A8}"/>
              </a:ext>
            </a:extLst>
          </p:cNvPr>
          <p:cNvSpPr>
            <a:spLocks xmlns:a="http://schemas.openxmlformats.org/drawingml/2006/main" noGrp="1"/>
          </p:cNvSpPr>
          <p:nvPr/>
        </p:nvSpPr>
        <p:spPr>
          <a:xfrm xmlns:a="http://schemas.openxmlformats.org/drawingml/2006/main">
            <a:off x="1466850" y="3486150"/>
            <a:ext cx="219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F6F4EA"/>
                </a:solidFill>
                <a:latin typeface="Arial"/>
                <a:ea typeface="Arial"/>
                <a:cs typeface="Arial"/>
              </a:defRPr>
            </a:defPPr>
            <a:lvl1pPr algn="l">
              <a:defRPr sz="1725" b="1">
                <a:solidFill>
                  <a:srgbClr val="F6F4EA"/>
                </a:solidFill>
                <a:latin typeface="Arial"/>
                <a:ea typeface="Arial"/>
                <a:cs typeface="Arial"/>
              </a:defRPr>
            </a:lvl1pPr>
            <a:lvl2pPr algn="l">
              <a:defRPr sz="1725" b="1">
                <a:solidFill>
                  <a:srgbClr val="F6F4EA"/>
                </a:solidFill>
                <a:latin typeface="Arial"/>
                <a:ea typeface="Arial"/>
                <a:cs typeface="Arial"/>
              </a:defRPr>
            </a:lvl2pPr>
            <a:lvl3pPr algn="l">
              <a:defRPr sz="1725" b="1">
                <a:solidFill>
                  <a:srgbClr val="F6F4EA"/>
                </a:solidFill>
                <a:latin typeface="Arial"/>
                <a:ea typeface="Arial"/>
                <a:cs typeface="Arial"/>
              </a:defRPr>
            </a:lvl3pPr>
            <a:lvl4pPr algn="l">
              <a:defRPr sz="1725" b="1">
                <a:solidFill>
                  <a:srgbClr val="F6F4EA"/>
                </a:solidFill>
                <a:latin typeface="Arial"/>
                <a:ea typeface="Arial"/>
                <a:cs typeface="Arial"/>
              </a:defRPr>
            </a:lvl4pPr>
            <a:lvl5pPr algn="l">
              <a:defRPr sz="1725" b="1">
                <a:solidFill>
                  <a:srgbClr val="F6F4EA"/>
                </a:solidFill>
                <a:latin typeface="Arial"/>
                <a:ea typeface="Arial"/>
                <a:cs typeface="Arial"/>
              </a:defRPr>
            </a:lvl5pPr>
            <a:lvl6pPr algn="l">
              <a:defRPr sz="1725" b="1">
                <a:solidFill>
                  <a:srgbClr val="F6F4EA"/>
                </a:solidFill>
                <a:latin typeface="Arial"/>
                <a:ea typeface="Arial"/>
                <a:cs typeface="Arial"/>
              </a:defRPr>
            </a:lvl6pPr>
            <a:lvl7pPr algn="l">
              <a:defRPr sz="1725" b="1">
                <a:solidFill>
                  <a:srgbClr val="F6F4EA"/>
                </a:solidFill>
                <a:latin typeface="Arial"/>
                <a:ea typeface="Arial"/>
                <a:cs typeface="Arial"/>
              </a:defRPr>
            </a:lvl7pPr>
            <a:lvl8pPr algn="l">
              <a:defRPr sz="1725" b="1">
                <a:solidFill>
                  <a:srgbClr val="F6F4EA"/>
                </a:solidFill>
                <a:latin typeface="Arial"/>
                <a:ea typeface="Arial"/>
                <a:cs typeface="Arial"/>
              </a:defRPr>
            </a:lvl8pPr>
            <a:lvl9pPr algn="l">
              <a:defRPr sz="1725" b="1">
                <a:solidFill>
                  <a:srgbClr val="F6F4EA"/>
                </a:solidFill>
                <a:latin typeface="Arial"/>
                <a:ea typeface="Arial"/>
                <a:cs typeface="Arial"/>
              </a:defRPr>
            </a:lvl9pPr>
          </a:lstStyle>
          <a:p xmlns:a="http://schemas.openxmlformats.org/drawingml/2006/main">
            <a:pPr algn="l">
              <a:lnSpc>
                <a:spcPct val="105000"/>
              </a:lnSpc>
              <a:buNone/>
              <a:defRPr sz="1725" b="1">
                <a:solidFill>
                  <a:srgbClr val="F6F4EA"/>
                </a:solidFill>
                <a:latin typeface="Arial"/>
                <a:ea typeface="Arial"/>
                <a:cs typeface="Arial"/>
              </a:defRPr>
            </a:pPr>
            <a:r>
              <a:rPr sz="1725" b="1">
                <a:solidFill>
                  <a:srgbClr val="F6F4EA"/>
                </a:solidFill>
                <a:latin typeface="Arial"/>
                <a:ea typeface="Arial"/>
                <a:cs typeface="Arial"/>
              </a:rPr>
              <a:t>Worker</a:t>
            </a:r>
          </a:p>
        </p:txBody>
      </p:sp>
      <p:sp>
        <p:nvSpPr>
          <p:cNvPr id="13" name="gate-3-body">
            <a:extLst xmlns:a="http://schemas.openxmlformats.org/drawingml/2006/main">
              <a:ext uri="{FF2B5EF4-FFF2-40B4-BE49-F238E27FC236}">
                <a16:creationId xmlns:a16="http://schemas.microsoft.com/office/drawing/2014/main" id="{7BD4590C-07B6-4E00-8961-9D99FC766B48}"/>
              </a:ext>
            </a:extLst>
          </p:cNvPr>
          <p:cNvSpPr>
            <a:spLocks xmlns:a="http://schemas.openxmlformats.org/drawingml/2006/main" noGrp="1"/>
          </p:cNvSpPr>
          <p:nvPr/>
        </p:nvSpPr>
        <p:spPr>
          <a:xfrm xmlns:a="http://schemas.openxmlformats.org/drawingml/2006/main">
            <a:off x="3733800" y="3486150"/>
            <a:ext cx="7524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E1E3D8"/>
                </a:solidFill>
                <a:latin typeface="Arial"/>
                <a:ea typeface="Arial"/>
                <a:cs typeface="Arial"/>
              </a:defRPr>
            </a:defPPr>
            <a:lvl1pPr algn="l">
              <a:defRPr sz="1500" b="0">
                <a:solidFill>
                  <a:srgbClr val="E1E3D8"/>
                </a:solidFill>
                <a:latin typeface="Arial"/>
                <a:ea typeface="Arial"/>
                <a:cs typeface="Arial"/>
              </a:defRPr>
            </a:lvl1pPr>
            <a:lvl2pPr algn="l">
              <a:defRPr sz="1500" b="0">
                <a:solidFill>
                  <a:srgbClr val="E1E3D8"/>
                </a:solidFill>
                <a:latin typeface="Arial"/>
                <a:ea typeface="Arial"/>
                <a:cs typeface="Arial"/>
              </a:defRPr>
            </a:lvl2pPr>
            <a:lvl3pPr algn="l">
              <a:defRPr sz="1500" b="0">
                <a:solidFill>
                  <a:srgbClr val="E1E3D8"/>
                </a:solidFill>
                <a:latin typeface="Arial"/>
                <a:ea typeface="Arial"/>
                <a:cs typeface="Arial"/>
              </a:defRPr>
            </a:lvl3pPr>
            <a:lvl4pPr algn="l">
              <a:defRPr sz="1500" b="0">
                <a:solidFill>
                  <a:srgbClr val="E1E3D8"/>
                </a:solidFill>
                <a:latin typeface="Arial"/>
                <a:ea typeface="Arial"/>
                <a:cs typeface="Arial"/>
              </a:defRPr>
            </a:lvl4pPr>
            <a:lvl5pPr algn="l">
              <a:defRPr sz="1500" b="0">
                <a:solidFill>
                  <a:srgbClr val="E1E3D8"/>
                </a:solidFill>
                <a:latin typeface="Arial"/>
                <a:ea typeface="Arial"/>
                <a:cs typeface="Arial"/>
              </a:defRPr>
            </a:lvl5pPr>
            <a:lvl6pPr algn="l">
              <a:defRPr sz="1500" b="0">
                <a:solidFill>
                  <a:srgbClr val="E1E3D8"/>
                </a:solidFill>
                <a:latin typeface="Arial"/>
                <a:ea typeface="Arial"/>
                <a:cs typeface="Arial"/>
              </a:defRPr>
            </a:lvl6pPr>
            <a:lvl7pPr algn="l">
              <a:defRPr sz="1500" b="0">
                <a:solidFill>
                  <a:srgbClr val="E1E3D8"/>
                </a:solidFill>
                <a:latin typeface="Arial"/>
                <a:ea typeface="Arial"/>
                <a:cs typeface="Arial"/>
              </a:defRPr>
            </a:lvl7pPr>
            <a:lvl8pPr algn="l">
              <a:defRPr sz="1500" b="0">
                <a:solidFill>
                  <a:srgbClr val="E1E3D8"/>
                </a:solidFill>
                <a:latin typeface="Arial"/>
                <a:ea typeface="Arial"/>
                <a:cs typeface="Arial"/>
              </a:defRPr>
            </a:lvl8pPr>
            <a:lvl9pPr algn="l">
              <a:defRPr sz="1500" b="0">
                <a:solidFill>
                  <a:srgbClr val="E1E3D8"/>
                </a:solidFill>
                <a:latin typeface="Arial"/>
                <a:ea typeface="Arial"/>
                <a:cs typeface="Arial"/>
              </a:defRPr>
            </a:lvl9pPr>
          </a:lstStyle>
          <a:p xmlns:a="http://schemas.openxmlformats.org/drawingml/2006/main">
            <a:pPr algn="l">
              <a:lnSpc>
                <a:spcPct val="105000"/>
              </a:lnSpc>
              <a:buNone/>
              <a:defRPr sz="1500" b="0">
                <a:solidFill>
                  <a:srgbClr val="E1E3D8"/>
                </a:solidFill>
                <a:latin typeface="Arial"/>
                <a:ea typeface="Arial"/>
                <a:cs typeface="Arial"/>
              </a:defRPr>
            </a:pPr>
            <a:r>
              <a:rPr sz="1500" b="0">
                <a:solidFill>
                  <a:srgbClr val="E1E3D8"/>
                </a:solidFill>
                <a:latin typeface="Arial"/>
                <a:ea typeface="Arial"/>
                <a:cs typeface="Arial"/>
              </a:rPr>
              <a:t>Run the Windows worker against a permitted uploaded clip from a separate learner session.</a:t>
            </a:r>
          </a:p>
        </p:txBody>
      </p:sp>
      <p:sp>
        <p:nvSpPr>
          <p:cNvPr id="14" name="gate-3-divider">
            <a:extLst xmlns:a="http://schemas.openxmlformats.org/drawingml/2006/main">
              <a:ext uri="{FF2B5EF4-FFF2-40B4-BE49-F238E27FC236}">
                <a16:creationId xmlns:a16="http://schemas.microsoft.com/office/drawing/2014/main" id="{07BD60C5-C813-476D-B3C9-E034185E97E0}"/>
              </a:ext>
            </a:extLst>
          </p:cNvPr>
          <p:cNvSpPr>
            <a:spLocks xmlns:a="http://schemas.openxmlformats.org/drawingml/2006/main" noGrp="1"/>
          </p:cNvSpPr>
          <p:nvPr/>
        </p:nvSpPr>
        <p:spPr>
          <a:xfrm xmlns:a="http://schemas.openxmlformats.org/drawingml/2006/main">
            <a:off x="1466850" y="4143375"/>
            <a:ext cx="9791700" cy="0"/>
          </a:xfrm>
          <a:prstGeom xmlns:a="http://schemas.openxmlformats.org/drawingml/2006/main" prst="line">
            <a:avLst/>
          </a:prstGeom>
          <a:noFill xmlns:a="http://schemas.openxmlformats.org/drawingml/2006/main"/>
          <a:ln xmlns:a="http://schemas.openxmlformats.org/drawingml/2006/main" w="9525">
            <a:solidFill>
              <a:srgbClr val="52685A"/>
            </a:solidFill>
            <a:prstDash val="solid"/>
          </a:ln>
        </p:spPr>
      </p:sp>
      <p:sp>
        <p:nvSpPr>
          <p:cNvPr id="15" name="gate-4-number">
            <a:extLst xmlns:a="http://schemas.openxmlformats.org/drawingml/2006/main">
              <a:ext uri="{FF2B5EF4-FFF2-40B4-BE49-F238E27FC236}">
                <a16:creationId xmlns:a16="http://schemas.microsoft.com/office/drawing/2014/main" id="{E79A9912-0CD3-41AF-8783-09E85E902A7F}"/>
              </a:ext>
            </a:extLst>
          </p:cNvPr>
          <p:cNvSpPr>
            <a:spLocks xmlns:a="http://schemas.openxmlformats.org/drawingml/2006/main" noGrp="1"/>
          </p:cNvSpPr>
          <p:nvPr/>
        </p:nvSpPr>
        <p:spPr>
          <a:xfrm xmlns:a="http://schemas.openxmlformats.org/drawingml/2006/main">
            <a:off x="685800" y="4467225"/>
            <a:ext cx="628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D9C3B5"/>
                </a:solidFill>
                <a:latin typeface="Arial"/>
                <a:ea typeface="Arial"/>
                <a:cs typeface="Arial"/>
              </a:defRPr>
            </a:defPPr>
            <a:lvl1pPr algn="l">
              <a:defRPr sz="1650" b="1">
                <a:solidFill>
                  <a:srgbClr val="D9C3B5"/>
                </a:solidFill>
                <a:latin typeface="Arial"/>
                <a:ea typeface="Arial"/>
                <a:cs typeface="Arial"/>
              </a:defRPr>
            </a:lvl1pPr>
            <a:lvl2pPr algn="l">
              <a:defRPr sz="1650" b="1">
                <a:solidFill>
                  <a:srgbClr val="D9C3B5"/>
                </a:solidFill>
                <a:latin typeface="Arial"/>
                <a:ea typeface="Arial"/>
                <a:cs typeface="Arial"/>
              </a:defRPr>
            </a:lvl2pPr>
            <a:lvl3pPr algn="l">
              <a:defRPr sz="1650" b="1">
                <a:solidFill>
                  <a:srgbClr val="D9C3B5"/>
                </a:solidFill>
                <a:latin typeface="Arial"/>
                <a:ea typeface="Arial"/>
                <a:cs typeface="Arial"/>
              </a:defRPr>
            </a:lvl3pPr>
            <a:lvl4pPr algn="l">
              <a:defRPr sz="1650" b="1">
                <a:solidFill>
                  <a:srgbClr val="D9C3B5"/>
                </a:solidFill>
                <a:latin typeface="Arial"/>
                <a:ea typeface="Arial"/>
                <a:cs typeface="Arial"/>
              </a:defRPr>
            </a:lvl4pPr>
            <a:lvl5pPr algn="l">
              <a:defRPr sz="1650" b="1">
                <a:solidFill>
                  <a:srgbClr val="D9C3B5"/>
                </a:solidFill>
                <a:latin typeface="Arial"/>
                <a:ea typeface="Arial"/>
                <a:cs typeface="Arial"/>
              </a:defRPr>
            </a:lvl5pPr>
            <a:lvl6pPr algn="l">
              <a:defRPr sz="1650" b="1">
                <a:solidFill>
                  <a:srgbClr val="D9C3B5"/>
                </a:solidFill>
                <a:latin typeface="Arial"/>
                <a:ea typeface="Arial"/>
                <a:cs typeface="Arial"/>
              </a:defRPr>
            </a:lvl6pPr>
            <a:lvl7pPr algn="l">
              <a:defRPr sz="1650" b="1">
                <a:solidFill>
                  <a:srgbClr val="D9C3B5"/>
                </a:solidFill>
                <a:latin typeface="Arial"/>
                <a:ea typeface="Arial"/>
                <a:cs typeface="Arial"/>
              </a:defRPr>
            </a:lvl7pPr>
            <a:lvl8pPr algn="l">
              <a:defRPr sz="1650" b="1">
                <a:solidFill>
                  <a:srgbClr val="D9C3B5"/>
                </a:solidFill>
                <a:latin typeface="Arial"/>
                <a:ea typeface="Arial"/>
                <a:cs typeface="Arial"/>
              </a:defRPr>
            </a:lvl8pPr>
            <a:lvl9pPr algn="l">
              <a:defRPr sz="1650" b="1">
                <a:solidFill>
                  <a:srgbClr val="D9C3B5"/>
                </a:solidFill>
                <a:latin typeface="Arial"/>
                <a:ea typeface="Arial"/>
                <a:cs typeface="Arial"/>
              </a:defRPr>
            </a:lvl9pPr>
          </a:lstStyle>
          <a:p xmlns:a="http://schemas.openxmlformats.org/drawingml/2006/main">
            <a:pPr algn="l">
              <a:lnSpc>
                <a:spcPct val="105000"/>
              </a:lnSpc>
              <a:buNone/>
              <a:defRPr sz="1650" b="1">
                <a:solidFill>
                  <a:srgbClr val="D9C3B5"/>
                </a:solidFill>
                <a:latin typeface="Arial"/>
                <a:ea typeface="Arial"/>
                <a:cs typeface="Arial"/>
              </a:defRPr>
            </a:pPr>
            <a:r>
              <a:rPr sz="1650" b="1">
                <a:solidFill>
                  <a:srgbClr val="D9C3B5"/>
                </a:solidFill>
                <a:latin typeface="Arial"/>
                <a:ea typeface="Arial"/>
                <a:cs typeface="Arial"/>
              </a:rPr>
              <a:t>04</a:t>
            </a:r>
          </a:p>
        </p:txBody>
      </p:sp>
      <p:sp>
        <p:nvSpPr>
          <p:cNvPr id="16" name="gate-4-title">
            <a:extLst xmlns:a="http://schemas.openxmlformats.org/drawingml/2006/main">
              <a:ext uri="{FF2B5EF4-FFF2-40B4-BE49-F238E27FC236}">
                <a16:creationId xmlns:a16="http://schemas.microsoft.com/office/drawing/2014/main" id="{4809C98E-6B29-47BB-8FC0-F9E1729ED3FD}"/>
              </a:ext>
            </a:extLst>
          </p:cNvPr>
          <p:cNvSpPr>
            <a:spLocks xmlns:a="http://schemas.openxmlformats.org/drawingml/2006/main" noGrp="1"/>
          </p:cNvSpPr>
          <p:nvPr/>
        </p:nvSpPr>
        <p:spPr>
          <a:xfrm xmlns:a="http://schemas.openxmlformats.org/drawingml/2006/main">
            <a:off x="1466850" y="4467225"/>
            <a:ext cx="219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F6F4EA"/>
                </a:solidFill>
                <a:latin typeface="Arial"/>
                <a:ea typeface="Arial"/>
                <a:cs typeface="Arial"/>
              </a:defRPr>
            </a:defPPr>
            <a:lvl1pPr algn="l">
              <a:defRPr sz="1725" b="1">
                <a:solidFill>
                  <a:srgbClr val="F6F4EA"/>
                </a:solidFill>
                <a:latin typeface="Arial"/>
                <a:ea typeface="Arial"/>
                <a:cs typeface="Arial"/>
              </a:defRPr>
            </a:lvl1pPr>
            <a:lvl2pPr algn="l">
              <a:defRPr sz="1725" b="1">
                <a:solidFill>
                  <a:srgbClr val="F6F4EA"/>
                </a:solidFill>
                <a:latin typeface="Arial"/>
                <a:ea typeface="Arial"/>
                <a:cs typeface="Arial"/>
              </a:defRPr>
            </a:lvl2pPr>
            <a:lvl3pPr algn="l">
              <a:defRPr sz="1725" b="1">
                <a:solidFill>
                  <a:srgbClr val="F6F4EA"/>
                </a:solidFill>
                <a:latin typeface="Arial"/>
                <a:ea typeface="Arial"/>
                <a:cs typeface="Arial"/>
              </a:defRPr>
            </a:lvl3pPr>
            <a:lvl4pPr algn="l">
              <a:defRPr sz="1725" b="1">
                <a:solidFill>
                  <a:srgbClr val="F6F4EA"/>
                </a:solidFill>
                <a:latin typeface="Arial"/>
                <a:ea typeface="Arial"/>
                <a:cs typeface="Arial"/>
              </a:defRPr>
            </a:lvl4pPr>
            <a:lvl5pPr algn="l">
              <a:defRPr sz="1725" b="1">
                <a:solidFill>
                  <a:srgbClr val="F6F4EA"/>
                </a:solidFill>
                <a:latin typeface="Arial"/>
                <a:ea typeface="Arial"/>
                <a:cs typeface="Arial"/>
              </a:defRPr>
            </a:lvl5pPr>
            <a:lvl6pPr algn="l">
              <a:defRPr sz="1725" b="1">
                <a:solidFill>
                  <a:srgbClr val="F6F4EA"/>
                </a:solidFill>
                <a:latin typeface="Arial"/>
                <a:ea typeface="Arial"/>
                <a:cs typeface="Arial"/>
              </a:defRPr>
            </a:lvl6pPr>
            <a:lvl7pPr algn="l">
              <a:defRPr sz="1725" b="1">
                <a:solidFill>
                  <a:srgbClr val="F6F4EA"/>
                </a:solidFill>
                <a:latin typeface="Arial"/>
                <a:ea typeface="Arial"/>
                <a:cs typeface="Arial"/>
              </a:defRPr>
            </a:lvl7pPr>
            <a:lvl8pPr algn="l">
              <a:defRPr sz="1725" b="1">
                <a:solidFill>
                  <a:srgbClr val="F6F4EA"/>
                </a:solidFill>
                <a:latin typeface="Arial"/>
                <a:ea typeface="Arial"/>
                <a:cs typeface="Arial"/>
              </a:defRPr>
            </a:lvl8pPr>
            <a:lvl9pPr algn="l">
              <a:defRPr sz="1725" b="1">
                <a:solidFill>
                  <a:srgbClr val="F6F4EA"/>
                </a:solidFill>
                <a:latin typeface="Arial"/>
                <a:ea typeface="Arial"/>
                <a:cs typeface="Arial"/>
              </a:defRPr>
            </a:lvl9pPr>
          </a:lstStyle>
          <a:p xmlns:a="http://schemas.openxmlformats.org/drawingml/2006/main">
            <a:pPr algn="l">
              <a:lnSpc>
                <a:spcPct val="105000"/>
              </a:lnSpc>
              <a:buNone/>
              <a:defRPr sz="1725" b="1">
                <a:solidFill>
                  <a:srgbClr val="F6F4EA"/>
                </a:solidFill>
                <a:latin typeface="Arial"/>
                <a:ea typeface="Arial"/>
                <a:cs typeface="Arial"/>
              </a:defRPr>
            </a:pPr>
            <a:r>
              <a:rPr sz="1725" b="1">
                <a:solidFill>
                  <a:srgbClr val="F6F4EA"/>
                </a:solidFill>
                <a:latin typeface="Arial"/>
                <a:ea typeface="Arial"/>
                <a:cs typeface="Arial"/>
              </a:rPr>
              <a:t>Release</a:t>
            </a:r>
          </a:p>
        </p:txBody>
      </p:sp>
      <p:sp>
        <p:nvSpPr>
          <p:cNvPr id="17" name="gate-4-body">
            <a:extLst xmlns:a="http://schemas.openxmlformats.org/drawingml/2006/main">
              <a:ext uri="{FF2B5EF4-FFF2-40B4-BE49-F238E27FC236}">
                <a16:creationId xmlns:a16="http://schemas.microsoft.com/office/drawing/2014/main" id="{5F9304EA-0DA7-460B-8041-2C69D44BAF0F}"/>
              </a:ext>
            </a:extLst>
          </p:cNvPr>
          <p:cNvSpPr>
            <a:spLocks xmlns:a="http://schemas.openxmlformats.org/drawingml/2006/main" noGrp="1"/>
          </p:cNvSpPr>
          <p:nvPr/>
        </p:nvSpPr>
        <p:spPr>
          <a:xfrm xmlns:a="http://schemas.openxmlformats.org/drawingml/2006/main">
            <a:off x="3733800" y="4467225"/>
            <a:ext cx="7524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E1E3D8"/>
                </a:solidFill>
                <a:latin typeface="Arial"/>
                <a:ea typeface="Arial"/>
                <a:cs typeface="Arial"/>
              </a:defRPr>
            </a:defPPr>
            <a:lvl1pPr algn="l">
              <a:defRPr sz="1500" b="0">
                <a:solidFill>
                  <a:srgbClr val="E1E3D8"/>
                </a:solidFill>
                <a:latin typeface="Arial"/>
                <a:ea typeface="Arial"/>
                <a:cs typeface="Arial"/>
              </a:defRPr>
            </a:lvl1pPr>
            <a:lvl2pPr algn="l">
              <a:defRPr sz="1500" b="0">
                <a:solidFill>
                  <a:srgbClr val="E1E3D8"/>
                </a:solidFill>
                <a:latin typeface="Arial"/>
                <a:ea typeface="Arial"/>
                <a:cs typeface="Arial"/>
              </a:defRPr>
            </a:lvl2pPr>
            <a:lvl3pPr algn="l">
              <a:defRPr sz="1500" b="0">
                <a:solidFill>
                  <a:srgbClr val="E1E3D8"/>
                </a:solidFill>
                <a:latin typeface="Arial"/>
                <a:ea typeface="Arial"/>
                <a:cs typeface="Arial"/>
              </a:defRPr>
            </a:lvl3pPr>
            <a:lvl4pPr algn="l">
              <a:defRPr sz="1500" b="0">
                <a:solidFill>
                  <a:srgbClr val="E1E3D8"/>
                </a:solidFill>
                <a:latin typeface="Arial"/>
                <a:ea typeface="Arial"/>
                <a:cs typeface="Arial"/>
              </a:defRPr>
            </a:lvl4pPr>
            <a:lvl5pPr algn="l">
              <a:defRPr sz="1500" b="0">
                <a:solidFill>
                  <a:srgbClr val="E1E3D8"/>
                </a:solidFill>
                <a:latin typeface="Arial"/>
                <a:ea typeface="Arial"/>
                <a:cs typeface="Arial"/>
              </a:defRPr>
            </a:lvl5pPr>
            <a:lvl6pPr algn="l">
              <a:defRPr sz="1500" b="0">
                <a:solidFill>
                  <a:srgbClr val="E1E3D8"/>
                </a:solidFill>
                <a:latin typeface="Arial"/>
                <a:ea typeface="Arial"/>
                <a:cs typeface="Arial"/>
              </a:defRPr>
            </a:lvl6pPr>
            <a:lvl7pPr algn="l">
              <a:defRPr sz="1500" b="0">
                <a:solidFill>
                  <a:srgbClr val="E1E3D8"/>
                </a:solidFill>
                <a:latin typeface="Arial"/>
                <a:ea typeface="Arial"/>
                <a:cs typeface="Arial"/>
              </a:defRPr>
            </a:lvl7pPr>
            <a:lvl8pPr algn="l">
              <a:defRPr sz="1500" b="0">
                <a:solidFill>
                  <a:srgbClr val="E1E3D8"/>
                </a:solidFill>
                <a:latin typeface="Arial"/>
                <a:ea typeface="Arial"/>
                <a:cs typeface="Arial"/>
              </a:defRPr>
            </a:lvl8pPr>
            <a:lvl9pPr algn="l">
              <a:defRPr sz="1500" b="0">
                <a:solidFill>
                  <a:srgbClr val="E1E3D8"/>
                </a:solidFill>
                <a:latin typeface="Arial"/>
                <a:ea typeface="Arial"/>
                <a:cs typeface="Arial"/>
              </a:defRPr>
            </a:lvl9pPr>
          </a:lstStyle>
          <a:p xmlns:a="http://schemas.openxmlformats.org/drawingml/2006/main">
            <a:pPr algn="l">
              <a:lnSpc>
                <a:spcPct val="105000"/>
              </a:lnSpc>
              <a:buNone/>
              <a:defRPr sz="1500" b="0">
                <a:solidFill>
                  <a:srgbClr val="E1E3D8"/>
                </a:solidFill>
                <a:latin typeface="Arial"/>
                <a:ea typeface="Arial"/>
                <a:cs typeface="Arial"/>
              </a:defRPr>
            </a:pPr>
            <a:r>
              <a:rPr sz="1500" b="0">
                <a:solidFill>
                  <a:srgbClr val="E1E3D8"/>
                </a:solidFill>
                <a:latin typeface="Arial"/>
                <a:ea typeface="Arial"/>
                <a:cs typeface="Arial"/>
              </a:rPr>
              <a:t>Push reviewed main, verify the deployed commit, then capture the real two-minute demo.</a:t>
            </a:r>
          </a:p>
        </p:txBody>
      </p:sp>
      <p:sp>
        <p:nvSpPr>
          <p:cNvPr id="18" name="gates-links-rule">
            <a:extLst xmlns:a="http://schemas.openxmlformats.org/drawingml/2006/main">
              <a:ext uri="{FF2B5EF4-FFF2-40B4-BE49-F238E27FC236}">
                <a16:creationId xmlns:a16="http://schemas.microsoft.com/office/drawing/2014/main" id="{1E73CEB1-55D6-4A35-89B4-1F8DA0884F9F}"/>
              </a:ext>
            </a:extLst>
          </p:cNvPr>
          <p:cNvSpPr>
            <a:spLocks xmlns:a="http://schemas.openxmlformats.org/drawingml/2006/main" noGrp="1"/>
          </p:cNvSpPr>
          <p:nvPr/>
        </p:nvSpPr>
        <p:spPr>
          <a:xfrm xmlns:a="http://schemas.openxmlformats.org/drawingml/2006/main">
            <a:off x="609600" y="5619750"/>
            <a:ext cx="10972800" cy="0"/>
          </a:xfrm>
          <a:prstGeom xmlns:a="http://schemas.openxmlformats.org/drawingml/2006/main" prst="line">
            <a:avLst/>
          </a:prstGeom>
          <a:noFill xmlns:a="http://schemas.openxmlformats.org/drawingml/2006/main"/>
          <a:ln xmlns:a="http://schemas.openxmlformats.org/drawingml/2006/main" w="9525">
            <a:solidFill>
              <a:srgbClr val="52685A"/>
            </a:solidFill>
            <a:prstDash val="solid"/>
          </a:ln>
        </p:spPr>
      </p:sp>
      <p:sp>
        <p:nvSpPr>
          <p:cNvPr id="19" name="gates-app">
            <a:extLst xmlns:a="http://schemas.openxmlformats.org/drawingml/2006/main">
              <a:ext uri="{FF2B5EF4-FFF2-40B4-BE49-F238E27FC236}">
                <a16:creationId xmlns:a16="http://schemas.microsoft.com/office/drawing/2014/main" id="{FAFBF5CA-EC18-4B13-808B-31103FEB2AE8}"/>
              </a:ext>
            </a:extLst>
          </p:cNvPr>
          <p:cNvSpPr>
            <a:spLocks xmlns:a="http://schemas.openxmlformats.org/drawingml/2006/main" noGrp="1"/>
          </p:cNvSpPr>
          <p:nvPr/>
        </p:nvSpPr>
        <p:spPr>
          <a:xfrm xmlns:a="http://schemas.openxmlformats.org/drawingml/2006/main">
            <a:off x="609600" y="5838825"/>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F6F4EA"/>
                </a:solidFill>
                <a:latin typeface="Arial"/>
                <a:ea typeface="Arial"/>
                <a:cs typeface="Arial"/>
              </a:defRPr>
            </a:defPPr>
            <a:lvl1pPr algn="l">
              <a:defRPr sz="1350" b="1">
                <a:solidFill>
                  <a:srgbClr val="F6F4EA"/>
                </a:solidFill>
                <a:latin typeface="Arial"/>
                <a:ea typeface="Arial"/>
                <a:cs typeface="Arial"/>
              </a:defRPr>
            </a:lvl1pPr>
            <a:lvl2pPr algn="l">
              <a:defRPr sz="1350" b="1">
                <a:solidFill>
                  <a:srgbClr val="F6F4EA"/>
                </a:solidFill>
                <a:latin typeface="Arial"/>
                <a:ea typeface="Arial"/>
                <a:cs typeface="Arial"/>
              </a:defRPr>
            </a:lvl2pPr>
            <a:lvl3pPr algn="l">
              <a:defRPr sz="1350" b="1">
                <a:solidFill>
                  <a:srgbClr val="F6F4EA"/>
                </a:solidFill>
                <a:latin typeface="Arial"/>
                <a:ea typeface="Arial"/>
                <a:cs typeface="Arial"/>
              </a:defRPr>
            </a:lvl3pPr>
            <a:lvl4pPr algn="l">
              <a:defRPr sz="1350" b="1">
                <a:solidFill>
                  <a:srgbClr val="F6F4EA"/>
                </a:solidFill>
                <a:latin typeface="Arial"/>
                <a:ea typeface="Arial"/>
                <a:cs typeface="Arial"/>
              </a:defRPr>
            </a:lvl4pPr>
            <a:lvl5pPr algn="l">
              <a:defRPr sz="1350" b="1">
                <a:solidFill>
                  <a:srgbClr val="F6F4EA"/>
                </a:solidFill>
                <a:latin typeface="Arial"/>
                <a:ea typeface="Arial"/>
                <a:cs typeface="Arial"/>
              </a:defRPr>
            </a:lvl5pPr>
            <a:lvl6pPr algn="l">
              <a:defRPr sz="1350" b="1">
                <a:solidFill>
                  <a:srgbClr val="F6F4EA"/>
                </a:solidFill>
                <a:latin typeface="Arial"/>
                <a:ea typeface="Arial"/>
                <a:cs typeface="Arial"/>
              </a:defRPr>
            </a:lvl6pPr>
            <a:lvl7pPr algn="l">
              <a:defRPr sz="1350" b="1">
                <a:solidFill>
                  <a:srgbClr val="F6F4EA"/>
                </a:solidFill>
                <a:latin typeface="Arial"/>
                <a:ea typeface="Arial"/>
                <a:cs typeface="Arial"/>
              </a:defRPr>
            </a:lvl7pPr>
            <a:lvl8pPr algn="l">
              <a:defRPr sz="1350" b="1">
                <a:solidFill>
                  <a:srgbClr val="F6F4EA"/>
                </a:solidFill>
                <a:latin typeface="Arial"/>
                <a:ea typeface="Arial"/>
                <a:cs typeface="Arial"/>
              </a:defRPr>
            </a:lvl8pPr>
            <a:lvl9pPr algn="l">
              <a:defRPr sz="1350" b="1">
                <a:solidFill>
                  <a:srgbClr val="F6F4EA"/>
                </a:solidFill>
                <a:latin typeface="Arial"/>
                <a:ea typeface="Arial"/>
                <a:cs typeface="Arial"/>
              </a:defRPr>
            </a:lvl9pPr>
          </a:lstStyle>
          <a:p xmlns:a="http://schemas.openxmlformats.org/drawingml/2006/main">
            <a:pPr algn="l">
              <a:lnSpc>
                <a:spcPct val="105000"/>
              </a:lnSpc>
              <a:buNone/>
              <a:defRPr sz="1350" b="1">
                <a:solidFill>
                  <a:srgbClr val="F6F4EA"/>
                </a:solidFill>
                <a:latin typeface="Arial"/>
                <a:ea typeface="Arial"/>
                <a:cs typeface="Arial"/>
              </a:defRPr>
            </a:pPr>
            <a:r>
              <a:rPr sz="1350" b="1">
                <a:solidFill>
                  <a:srgbClr val="F6F4EA"/>
                </a:solidFill>
                <a:latin typeface="Arial"/>
                <a:ea typeface="Arial"/>
                <a:cs typeface="Arial"/>
                <a:hlinkClick xmlns:r="http://schemas.openxmlformats.org/officeDocument/2006/relationships" r:id="R0a65f2b20d164feb"/>
              </a:rPr>
              <a:t>horizonreboot.vercel.app</a:t>
            </a:r>
          </a:p>
        </p:txBody>
      </p:sp>
      <p:sp>
        <p:nvSpPr>
          <p:cNvPr id="20" name="gates-repo">
            <a:extLst xmlns:a="http://schemas.openxmlformats.org/drawingml/2006/main">
              <a:ext uri="{FF2B5EF4-FFF2-40B4-BE49-F238E27FC236}">
                <a16:creationId xmlns:a16="http://schemas.microsoft.com/office/drawing/2014/main" id="{66B32DE0-6B04-48AA-95B9-C20E09C76F22}"/>
              </a:ext>
            </a:extLst>
          </p:cNvPr>
          <p:cNvSpPr>
            <a:spLocks xmlns:a="http://schemas.openxmlformats.org/drawingml/2006/main" noGrp="1"/>
          </p:cNvSpPr>
          <p:nvPr/>
        </p:nvSpPr>
        <p:spPr>
          <a:xfrm xmlns:a="http://schemas.openxmlformats.org/drawingml/2006/main">
            <a:off x="5334000" y="5838825"/>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F6F4EA"/>
                </a:solidFill>
                <a:latin typeface="Arial"/>
                <a:ea typeface="Arial"/>
                <a:cs typeface="Arial"/>
              </a:defRPr>
            </a:defPPr>
            <a:lvl1pPr algn="l">
              <a:defRPr sz="1350" b="0">
                <a:solidFill>
                  <a:srgbClr val="F6F4EA"/>
                </a:solidFill>
                <a:latin typeface="Arial"/>
                <a:ea typeface="Arial"/>
                <a:cs typeface="Arial"/>
              </a:defRPr>
            </a:lvl1pPr>
            <a:lvl2pPr algn="l">
              <a:defRPr sz="1350" b="0">
                <a:solidFill>
                  <a:srgbClr val="F6F4EA"/>
                </a:solidFill>
                <a:latin typeface="Arial"/>
                <a:ea typeface="Arial"/>
                <a:cs typeface="Arial"/>
              </a:defRPr>
            </a:lvl2pPr>
            <a:lvl3pPr algn="l">
              <a:defRPr sz="1350" b="0">
                <a:solidFill>
                  <a:srgbClr val="F6F4EA"/>
                </a:solidFill>
                <a:latin typeface="Arial"/>
                <a:ea typeface="Arial"/>
                <a:cs typeface="Arial"/>
              </a:defRPr>
            </a:lvl3pPr>
            <a:lvl4pPr algn="l">
              <a:defRPr sz="1350" b="0">
                <a:solidFill>
                  <a:srgbClr val="F6F4EA"/>
                </a:solidFill>
                <a:latin typeface="Arial"/>
                <a:ea typeface="Arial"/>
                <a:cs typeface="Arial"/>
              </a:defRPr>
            </a:lvl4pPr>
            <a:lvl5pPr algn="l">
              <a:defRPr sz="1350" b="0">
                <a:solidFill>
                  <a:srgbClr val="F6F4EA"/>
                </a:solidFill>
                <a:latin typeface="Arial"/>
                <a:ea typeface="Arial"/>
                <a:cs typeface="Arial"/>
              </a:defRPr>
            </a:lvl5pPr>
            <a:lvl6pPr algn="l">
              <a:defRPr sz="1350" b="0">
                <a:solidFill>
                  <a:srgbClr val="F6F4EA"/>
                </a:solidFill>
                <a:latin typeface="Arial"/>
                <a:ea typeface="Arial"/>
                <a:cs typeface="Arial"/>
              </a:defRPr>
            </a:lvl6pPr>
            <a:lvl7pPr algn="l">
              <a:defRPr sz="1350" b="0">
                <a:solidFill>
                  <a:srgbClr val="F6F4EA"/>
                </a:solidFill>
                <a:latin typeface="Arial"/>
                <a:ea typeface="Arial"/>
                <a:cs typeface="Arial"/>
              </a:defRPr>
            </a:lvl7pPr>
            <a:lvl8pPr algn="l">
              <a:defRPr sz="1350" b="0">
                <a:solidFill>
                  <a:srgbClr val="F6F4EA"/>
                </a:solidFill>
                <a:latin typeface="Arial"/>
                <a:ea typeface="Arial"/>
                <a:cs typeface="Arial"/>
              </a:defRPr>
            </a:lvl8pPr>
            <a:lvl9pPr algn="l">
              <a:defRPr sz="1350" b="0">
                <a:solidFill>
                  <a:srgbClr val="F6F4EA"/>
                </a:solidFill>
                <a:latin typeface="Arial"/>
                <a:ea typeface="Arial"/>
                <a:cs typeface="Arial"/>
              </a:defRPr>
            </a:lvl9pPr>
          </a:lstStyle>
          <a:p xmlns:a="http://schemas.openxmlformats.org/drawingml/2006/main">
            <a:pPr algn="l">
              <a:lnSpc>
                <a:spcPct val="105000"/>
              </a:lnSpc>
              <a:buNone/>
              <a:defRPr sz="1350" b="0">
                <a:solidFill>
                  <a:srgbClr val="F6F4EA"/>
                </a:solidFill>
                <a:latin typeface="Arial"/>
                <a:ea typeface="Arial"/>
                <a:cs typeface="Arial"/>
              </a:defRPr>
            </a:pPr>
            <a:r>
              <a:rPr sz="1350" b="0">
                <a:solidFill>
                  <a:srgbClr val="F6F4EA"/>
                </a:solidFill>
                <a:latin typeface="Arial"/>
                <a:ea typeface="Arial"/>
                <a:cs typeface="Arial"/>
                <a:hlinkClick xmlns:r="http://schemas.openxmlformats.org/officeDocument/2006/relationships" r:id="R1351543d330b41a7"/>
              </a:rPr>
              <a:t>github.com/rudr-automates/Horizon-2.0</a:t>
            </a:r>
          </a:p>
        </p:txBody>
      </p:sp>
      <p:sp>
        <p:nvSpPr>
          <p:cNvPr id="21" name="gates-footer">
            <a:extLst xmlns:a="http://schemas.openxmlformats.org/drawingml/2006/main">
              <a:ext uri="{FF2B5EF4-FFF2-40B4-BE49-F238E27FC236}">
                <a16:creationId xmlns:a16="http://schemas.microsoft.com/office/drawing/2014/main" id="{14051A1F-F097-41C0-85F4-0527AAD14C3F}"/>
              </a:ext>
            </a:extLst>
          </p:cNvPr>
          <p:cNvSpPr>
            <a:spLocks xmlns:a="http://schemas.openxmlformats.org/drawingml/2006/main" noGrp="1"/>
          </p:cNvSpPr>
          <p:nvPr/>
        </p:nvSpPr>
        <p:spPr>
          <a:xfrm xmlns:a="http://schemas.openxmlformats.org/drawingml/2006/main">
            <a:off x="609600" y="63817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BFC8BC"/>
                </a:solidFill>
                <a:latin typeface="Arial"/>
                <a:ea typeface="Arial"/>
                <a:cs typeface="Arial"/>
              </a:defRPr>
            </a:defPPr>
            <a:lvl1pPr algn="l">
              <a:defRPr sz="1050" b="0">
                <a:solidFill>
                  <a:srgbClr val="BFC8BC"/>
                </a:solidFill>
                <a:latin typeface="Arial"/>
                <a:ea typeface="Arial"/>
                <a:cs typeface="Arial"/>
              </a:defRPr>
            </a:lvl1pPr>
            <a:lvl2pPr algn="l">
              <a:defRPr sz="1050" b="0">
                <a:solidFill>
                  <a:srgbClr val="BFC8BC"/>
                </a:solidFill>
                <a:latin typeface="Arial"/>
                <a:ea typeface="Arial"/>
                <a:cs typeface="Arial"/>
              </a:defRPr>
            </a:lvl2pPr>
            <a:lvl3pPr algn="l">
              <a:defRPr sz="1050" b="0">
                <a:solidFill>
                  <a:srgbClr val="BFC8BC"/>
                </a:solidFill>
                <a:latin typeface="Arial"/>
                <a:ea typeface="Arial"/>
                <a:cs typeface="Arial"/>
              </a:defRPr>
            </a:lvl3pPr>
            <a:lvl4pPr algn="l">
              <a:defRPr sz="1050" b="0">
                <a:solidFill>
                  <a:srgbClr val="BFC8BC"/>
                </a:solidFill>
                <a:latin typeface="Arial"/>
                <a:ea typeface="Arial"/>
                <a:cs typeface="Arial"/>
              </a:defRPr>
            </a:lvl4pPr>
            <a:lvl5pPr algn="l">
              <a:defRPr sz="1050" b="0">
                <a:solidFill>
                  <a:srgbClr val="BFC8BC"/>
                </a:solidFill>
                <a:latin typeface="Arial"/>
                <a:ea typeface="Arial"/>
                <a:cs typeface="Arial"/>
              </a:defRPr>
            </a:lvl5pPr>
            <a:lvl6pPr algn="l">
              <a:defRPr sz="1050" b="0">
                <a:solidFill>
                  <a:srgbClr val="BFC8BC"/>
                </a:solidFill>
                <a:latin typeface="Arial"/>
                <a:ea typeface="Arial"/>
                <a:cs typeface="Arial"/>
              </a:defRPr>
            </a:lvl6pPr>
            <a:lvl7pPr algn="l">
              <a:defRPr sz="1050" b="0">
                <a:solidFill>
                  <a:srgbClr val="BFC8BC"/>
                </a:solidFill>
                <a:latin typeface="Arial"/>
                <a:ea typeface="Arial"/>
                <a:cs typeface="Arial"/>
              </a:defRPr>
            </a:lvl7pPr>
            <a:lvl8pPr algn="l">
              <a:defRPr sz="1050" b="0">
                <a:solidFill>
                  <a:srgbClr val="BFC8BC"/>
                </a:solidFill>
                <a:latin typeface="Arial"/>
                <a:ea typeface="Arial"/>
                <a:cs typeface="Arial"/>
              </a:defRPr>
            </a:lvl8pPr>
            <a:lvl9pPr algn="l">
              <a:defRPr sz="1050" b="0">
                <a:solidFill>
                  <a:srgbClr val="BFC8BC"/>
                </a:solidFill>
                <a:latin typeface="Arial"/>
                <a:ea typeface="Arial"/>
                <a:cs typeface="Arial"/>
              </a:defRPr>
            </a:lvl9pPr>
          </a:lstStyle>
          <a:p xmlns:a="http://schemas.openxmlformats.org/drawingml/2006/main">
            <a:pPr algn="l">
              <a:lnSpc>
                <a:spcPct val="105000"/>
              </a:lnSpc>
              <a:buNone/>
              <a:defRPr sz="1050" b="0">
                <a:solidFill>
                  <a:srgbClr val="BFC8BC"/>
                </a:solidFill>
                <a:latin typeface="Arial"/>
                <a:ea typeface="Arial"/>
                <a:cs typeface="Arial"/>
              </a:defRPr>
            </a:pPr>
            <a:r>
              <a:rPr sz="1050" b="0">
                <a:solidFill>
                  <a:srgbClr val="BFC8BC"/>
                </a:solidFill>
                <a:latin typeface="Arial"/>
                <a:ea typeface="Arial"/>
                <a:cs typeface="Arial"/>
              </a:rPr>
              <a:t>Horizon 2.0  ·  Release evidence current to 1 November 2026</a:t>
            </a:r>
          </a:p>
        </p:txBody>
      </p:sp>
    </p:spTree>
    <p:extLst>
      <p:ext uri="{BB962C8B-B14F-4D97-AF65-F5344CB8AC3E}">
        <p14:creationId xmlns:p14="http://schemas.microsoft.com/office/powerpoint/2010/main" val="21075623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2026-11-01T01:21:23.9080000Z</dcterms:created>
  <dcterms:modified xsi:type="dcterms:W3CDTF">2026-11-01T01:21:23.9080000Z</dcterms:modified>
</coreProperties>
</file>