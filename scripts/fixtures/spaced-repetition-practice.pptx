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fixture content. Open by saying that the schedule exists to beat the forgetting curve, not to maximise total study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fixture content. Emphasise that a failed recall is information: it moves the card back to the start of the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fixture content. Close by connecting interleaving to the decision step: choose the method before solving.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Spaced Repetition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Memory decays on a predictable curve</a:t>
            </a:r>
          </a:p>
          <a:p>
            <a:pPr>
              <a:defRPr sz="2000"/>
            </a:pPr>
            <a:r>
              <a:t>Review at expanding intervals to reset decay</a:t>
            </a:r>
          </a:p>
          <a:p>
            <a:pPr>
              <a:defRPr sz="2000"/>
            </a:pPr>
            <a:r>
              <a:t>Typical first schedule: 1d, 3d, 1w, 2w, 1m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Recall first, then check the answer</a:t>
            </a:r>
          </a:p>
          <a:p>
            <a:pPr>
              <a:defRPr sz="2000"/>
            </a:pPr>
            <a:r>
              <a:t>Rereading produces fluency that fades</a:t>
            </a:r>
          </a:p>
          <a:p>
            <a:pPr>
              <a:defRPr sz="2000"/>
            </a:pPr>
            <a:r>
              <a:t>Wrong answers restart the interval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Interleaving and Card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Mix topics inside one session to improve transfer</a:t>
            </a:r>
          </a:p>
          <a:p>
            <a:pPr>
              <a:defRPr sz="2000"/>
            </a:pPr>
            <a:r>
              <a:t>One idea per card keeps failures diagnosable</a:t>
            </a:r>
          </a:p>
          <a:p>
            <a:pPr>
              <a:defRPr sz="2000"/>
            </a:pPr>
            <a:r>
              <a:t>Track intervals, not minutes spent studying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Spaced Repetition Practice (synthetic fixture)</dc:title>
  <dc:subject/>
  <dc:creator/>
  <cp:keywords/>
  <dc:description>Synthetic educational content generated by scripts/build-fixture-package.py for local acceptance testing of Horizon 2.0.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